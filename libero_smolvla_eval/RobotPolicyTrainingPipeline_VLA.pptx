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sldIdLst>
    <p:sldId id="267" r:id="rId5"/>
    <p:sldId id="256" r:id="rId6"/>
    <p:sldId id="331" r:id="rId7"/>
    <p:sldId id="335" r:id="rId8"/>
    <p:sldId id="334" r:id="rId9"/>
    <p:sldId id="330" r:id="rId10"/>
    <p:sldId id="323" r:id="rId11"/>
    <p:sldId id="329" r:id="rId12"/>
    <p:sldId id="325" r:id="rId13"/>
    <p:sldId id="333" r:id="rId14"/>
    <p:sldId id="332" r:id="rId15"/>
    <p:sldId id="326" r:id="rId16"/>
    <p:sldId id="327" r:id="rId17"/>
    <p:sldId id="343" r:id="rId18"/>
    <p:sldId id="344" r:id="rId19"/>
    <p:sldId id="345" r:id="rId20"/>
    <p:sldId id="318" r:id="rId21"/>
    <p:sldId id="337" r:id="rId22"/>
    <p:sldId id="340" r:id="rId23"/>
    <p:sldId id="342" r:id="rId24"/>
    <p:sldId id="336" r:id="rId25"/>
    <p:sldId id="338" r:id="rId26"/>
    <p:sldId id="346" r:id="rId27"/>
    <p:sldId id="347" r:id="rId28"/>
    <p:sldId id="34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C9D2"/>
    <a:srgbClr val="CC8D00"/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E2295-DD75-12CF-0BAB-7538DAFB2644}" v="21" dt="2025-02-04T03:45:00.339"/>
    <p1510:client id="{622F45C2-AC2B-544D-6491-384DB0BCA4CA}" v="9" dt="2025-02-04T04:59:56.840"/>
    <p1510:client id="{DE676327-F9FD-362A-A133-700643FAFC5B}" v="5" dt="2025-02-02T16:32:13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959" autoAdjust="0"/>
  </p:normalViewPr>
  <p:slideViewPr>
    <p:cSldViewPr snapToGrid="0">
      <p:cViewPr varScale="1">
        <p:scale>
          <a:sx n="102" d="100"/>
          <a:sy n="102" d="100"/>
        </p:scale>
        <p:origin x="96" y="556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stin Watson" userId="S::watso364@purdue.edu::31d1fcba-90a4-421b-a347-1a85e1eed54a" providerId="AD" clId="Web-{F3929229-4A2D-2374-FA10-07A4EB0F90A3}"/>
    <pc:docChg chg="modSld">
      <pc:chgData name="Austin Watson" userId="S::watso364@purdue.edu::31d1fcba-90a4-421b-a347-1a85e1eed54a" providerId="AD" clId="Web-{F3929229-4A2D-2374-FA10-07A4EB0F90A3}" dt="2025-01-30T20:04:58.064" v="74"/>
      <pc:docMkLst>
        <pc:docMk/>
      </pc:docMkLst>
      <pc:sldChg chg="modTransition delAnim modAnim modNotes">
        <pc:chgData name="Austin Watson" userId="S::watso364@purdue.edu::31d1fcba-90a4-421b-a347-1a85e1eed54a" providerId="AD" clId="Web-{F3929229-4A2D-2374-FA10-07A4EB0F90A3}" dt="2025-01-30T20:04:58.064" v="74"/>
        <pc:sldMkLst>
          <pc:docMk/>
          <pc:sldMk cId="3035040294" sldId="256"/>
        </pc:sldMkLst>
      </pc:sldChg>
      <pc:sldChg chg="modTransition modNotes">
        <pc:chgData name="Austin Watson" userId="S::watso364@purdue.edu::31d1fcba-90a4-421b-a347-1a85e1eed54a" providerId="AD" clId="Web-{F3929229-4A2D-2374-FA10-07A4EB0F90A3}" dt="2025-01-30T20:04:56.595" v="73"/>
        <pc:sldMkLst>
          <pc:docMk/>
          <pc:sldMk cId="4154997097" sldId="267"/>
        </pc:sldMkLst>
      </pc:sldChg>
      <pc:sldChg chg="modTransition delAnim">
        <pc:chgData name="Austin Watson" userId="S::watso364@purdue.edu::31d1fcba-90a4-421b-a347-1a85e1eed54a" providerId="AD" clId="Web-{F3929229-4A2D-2374-FA10-07A4EB0F90A3}" dt="2025-01-30T20:04:52.907" v="72"/>
        <pc:sldMkLst>
          <pc:docMk/>
          <pc:sldMk cId="3276290463" sldId="311"/>
        </pc:sldMkLst>
      </pc:sldChg>
      <pc:sldChg chg="delAnim">
        <pc:chgData name="Austin Watson" userId="S::watso364@purdue.edu::31d1fcba-90a4-421b-a347-1a85e1eed54a" providerId="AD" clId="Web-{F3929229-4A2D-2374-FA10-07A4EB0F90A3}" dt="2025-01-30T20:03:54.952" v="71"/>
        <pc:sldMkLst>
          <pc:docMk/>
          <pc:sldMk cId="1680556081" sldId="322"/>
        </pc:sldMkLst>
      </pc:sldChg>
    </pc:docChg>
  </pc:docChgLst>
  <pc:docChgLst>
    <pc:chgData name="Onur Dincol" userId="S::odincol@purdue.edu::4aac5b7b-0dac-4838-9f19-2be492a945fe" providerId="AD" clId="Web-{59987D77-52A1-A403-E04D-1ED9BC3F9DBA}"/>
    <pc:docChg chg="modSld">
      <pc:chgData name="Onur Dincol" userId="S::odincol@purdue.edu::4aac5b7b-0dac-4838-9f19-2be492a945fe" providerId="AD" clId="Web-{59987D77-52A1-A403-E04D-1ED9BC3F9DBA}" dt="2025-01-29T04:29:47.562" v="100" actId="20577"/>
      <pc:docMkLst>
        <pc:docMk/>
      </pc:docMkLst>
      <pc:sldChg chg="modSp">
        <pc:chgData name="Onur Dincol" userId="S::odincol@purdue.edu::4aac5b7b-0dac-4838-9f19-2be492a945fe" providerId="AD" clId="Web-{59987D77-52A1-A403-E04D-1ED9BC3F9DBA}" dt="2025-01-29T04:29:47.562" v="100" actId="20577"/>
        <pc:sldMkLst>
          <pc:docMk/>
          <pc:sldMk cId="3276290463" sldId="311"/>
        </pc:sldMkLst>
        <pc:spChg chg="mod">
          <ac:chgData name="Onur Dincol" userId="S::odincol@purdue.edu::4aac5b7b-0dac-4838-9f19-2be492a945fe" providerId="AD" clId="Web-{59987D77-52A1-A403-E04D-1ED9BC3F9DBA}" dt="2025-01-29T04:29:47.562" v="100" actId="20577"/>
          <ac:spMkLst>
            <pc:docMk/>
            <pc:sldMk cId="3276290463" sldId="311"/>
            <ac:spMk id="3" creationId="{E6B6621C-6433-03E2-4816-BFEED311D5F0}"/>
          </ac:spMkLst>
        </pc:spChg>
      </pc:sldChg>
    </pc:docChg>
  </pc:docChgLst>
  <pc:docChgLst>
    <pc:chgData name="Okechukwu Nduka" userId="S::onduka@purdue.edu::761591c5-9709-4555-bbd4-86467b2e6d37" providerId="AD" clId="Web-{DE676327-F9FD-362A-A133-700643FAFC5B}"/>
    <pc:docChg chg="modSld">
      <pc:chgData name="Okechukwu Nduka" userId="S::onduka@purdue.edu::761591c5-9709-4555-bbd4-86467b2e6d37" providerId="AD" clId="Web-{DE676327-F9FD-362A-A133-700643FAFC5B}" dt="2025-02-02T16:32:13.742" v="4" actId="20577"/>
      <pc:docMkLst>
        <pc:docMk/>
      </pc:docMkLst>
      <pc:sldChg chg="modSp">
        <pc:chgData name="Okechukwu Nduka" userId="S::onduka@purdue.edu::761591c5-9709-4555-bbd4-86467b2e6d37" providerId="AD" clId="Web-{DE676327-F9FD-362A-A133-700643FAFC5B}" dt="2025-02-02T16:32:13.742" v="4" actId="20577"/>
        <pc:sldMkLst>
          <pc:docMk/>
          <pc:sldMk cId="1091338601" sldId="313"/>
        </pc:sldMkLst>
        <pc:spChg chg="mod">
          <ac:chgData name="Okechukwu Nduka" userId="S::onduka@purdue.edu::761591c5-9709-4555-bbd4-86467b2e6d37" providerId="AD" clId="Web-{DE676327-F9FD-362A-A133-700643FAFC5B}" dt="2025-02-02T16:32:13.742" v="4" actId="20577"/>
          <ac:spMkLst>
            <pc:docMk/>
            <pc:sldMk cId="1091338601" sldId="313"/>
            <ac:spMk id="5" creationId="{1F20F036-0F88-A549-6E05-B226D035A5B6}"/>
          </ac:spMkLst>
        </pc:spChg>
      </pc:sldChg>
    </pc:docChg>
  </pc:docChgLst>
  <pc:docChgLst>
    <pc:chgData name="Hurt, Andrew C" userId="20c380bd-3ce1-483f-8848-94c3594d3cf1" providerId="ADAL" clId="{3495807D-E425-4957-81DC-9907B540ED9A}"/>
    <pc:docChg chg="custSel modSld">
      <pc:chgData name="Hurt, Andrew C" userId="20c380bd-3ce1-483f-8848-94c3594d3cf1" providerId="ADAL" clId="{3495807D-E425-4957-81DC-9907B540ED9A}" dt="2024-08-15T15:51:00.581" v="302"/>
      <pc:docMkLst>
        <pc:docMk/>
      </pc:docMkLst>
      <pc:sldChg chg="delSp mod delAnim">
        <pc:chgData name="Hurt, Andrew C" userId="20c380bd-3ce1-483f-8848-94c3594d3cf1" providerId="ADAL" clId="{3495807D-E425-4957-81DC-9907B540ED9A}" dt="2024-08-15T15:42:37.923" v="1" actId="478"/>
        <pc:sldMkLst>
          <pc:docMk/>
          <pc:sldMk cId="3035040294" sldId="256"/>
        </pc:sldMkLst>
      </pc:sldChg>
      <pc:sldChg chg="delSp modSp mod delAnim">
        <pc:chgData name="Hurt, Andrew C" userId="20c380bd-3ce1-483f-8848-94c3594d3cf1" providerId="ADAL" clId="{3495807D-E425-4957-81DC-9907B540ED9A}" dt="2024-08-15T15:46:41.223" v="80" actId="962"/>
        <pc:sldMkLst>
          <pc:docMk/>
          <pc:sldMk cId="2361594818" sldId="257"/>
        </pc:sldMkLst>
      </pc:sldChg>
      <pc:sldChg chg="delSp modSp mod delAnim">
        <pc:chgData name="Hurt, Andrew C" userId="20c380bd-3ce1-483f-8848-94c3594d3cf1" providerId="ADAL" clId="{3495807D-E425-4957-81DC-9907B540ED9A}" dt="2024-08-15T15:50:39.581" v="298"/>
        <pc:sldMkLst>
          <pc:docMk/>
          <pc:sldMk cId="3666090097" sldId="258"/>
        </pc:sldMkLst>
      </pc:sldChg>
      <pc:sldChg chg="delSp mod delAnim">
        <pc:chgData name="Hurt, Andrew C" userId="20c380bd-3ce1-483f-8848-94c3594d3cf1" providerId="ADAL" clId="{3495807D-E425-4957-81DC-9907B540ED9A}" dt="2024-08-15T15:43:23.842" v="15" actId="478"/>
        <pc:sldMkLst>
          <pc:docMk/>
          <pc:sldMk cId="932748493" sldId="259"/>
        </pc:sldMkLst>
      </pc:sldChg>
      <pc:sldChg chg="delSp mod delAnim">
        <pc:chgData name="Hurt, Andrew C" userId="20c380bd-3ce1-483f-8848-94c3594d3cf1" providerId="ADAL" clId="{3495807D-E425-4957-81DC-9907B540ED9A}" dt="2024-08-15T15:43:14.434" v="12" actId="478"/>
        <pc:sldMkLst>
          <pc:docMk/>
          <pc:sldMk cId="2870390396" sldId="260"/>
        </pc:sldMkLst>
      </pc:sldChg>
      <pc:sldChg chg="delSp mod delAnim">
        <pc:chgData name="Hurt, Andrew C" userId="20c380bd-3ce1-483f-8848-94c3594d3cf1" providerId="ADAL" clId="{3495807D-E425-4957-81DC-9907B540ED9A}" dt="2024-08-15T15:42:59.283" v="7" actId="478"/>
        <pc:sldMkLst>
          <pc:docMk/>
          <pc:sldMk cId="4010976476" sldId="262"/>
        </pc:sldMkLst>
      </pc:sldChg>
      <pc:sldChg chg="delSp mod delAnim">
        <pc:chgData name="Hurt, Andrew C" userId="20c380bd-3ce1-483f-8848-94c3594d3cf1" providerId="ADAL" clId="{3495807D-E425-4957-81DC-9907B540ED9A}" dt="2024-08-15T15:43:27.372" v="16" actId="478"/>
        <pc:sldMkLst>
          <pc:docMk/>
          <pc:sldMk cId="1119801829" sldId="266"/>
        </pc:sldMkLst>
      </pc:sldChg>
      <pc:sldChg chg="delSp mod delAnim">
        <pc:chgData name="Hurt, Andrew C" userId="20c380bd-3ce1-483f-8848-94c3594d3cf1" providerId="ADAL" clId="{3495807D-E425-4957-81DC-9907B540ED9A}" dt="2024-08-15T15:42:34.052" v="0" actId="478"/>
        <pc:sldMkLst>
          <pc:docMk/>
          <pc:sldMk cId="4154997097" sldId="267"/>
        </pc:sldMkLst>
      </pc:sldChg>
      <pc:sldChg chg="delSp modSp mod delAnim">
        <pc:chgData name="Hurt, Andrew C" userId="20c380bd-3ce1-483f-8848-94c3594d3cf1" providerId="ADAL" clId="{3495807D-E425-4957-81DC-9907B540ED9A}" dt="2024-08-15T15:46:46.361" v="100" actId="962"/>
        <pc:sldMkLst>
          <pc:docMk/>
          <pc:sldMk cId="4251855305" sldId="268"/>
        </pc:sldMkLst>
      </pc:sldChg>
      <pc:sldChg chg="delSp modSp mod delAnim">
        <pc:chgData name="Hurt, Andrew C" userId="20c380bd-3ce1-483f-8848-94c3594d3cf1" providerId="ADAL" clId="{3495807D-E425-4957-81DC-9907B540ED9A}" dt="2024-08-15T15:51:00.581" v="302"/>
        <pc:sldMkLst>
          <pc:docMk/>
          <pc:sldMk cId="1404612451" sldId="269"/>
        </pc:sldMkLst>
      </pc:sldChg>
      <pc:sldChg chg="delSp modSp mod delAnim">
        <pc:chgData name="Hurt, Andrew C" userId="20c380bd-3ce1-483f-8848-94c3594d3cf1" providerId="ADAL" clId="{3495807D-E425-4957-81DC-9907B540ED9A}" dt="2024-08-15T15:47:43.107" v="196" actId="962"/>
        <pc:sldMkLst>
          <pc:docMk/>
          <pc:sldMk cId="2396541706" sldId="270"/>
        </pc:sldMkLst>
      </pc:sldChg>
      <pc:sldChg chg="delSp modSp mod delAnim">
        <pc:chgData name="Hurt, Andrew C" userId="20c380bd-3ce1-483f-8848-94c3594d3cf1" providerId="ADAL" clId="{3495807D-E425-4957-81DC-9907B540ED9A}" dt="2024-08-15T15:48:02.373" v="220" actId="962"/>
        <pc:sldMkLst>
          <pc:docMk/>
          <pc:sldMk cId="790469898" sldId="273"/>
        </pc:sldMkLst>
      </pc:sldChg>
      <pc:sldChg chg="delSp mod delAnim">
        <pc:chgData name="Hurt, Andrew C" userId="20c380bd-3ce1-483f-8848-94c3594d3cf1" providerId="ADAL" clId="{3495807D-E425-4957-81DC-9907B540ED9A}" dt="2024-08-15T15:42:53.275" v="5" actId="478"/>
        <pc:sldMkLst>
          <pc:docMk/>
          <pc:sldMk cId="846219069" sldId="274"/>
        </pc:sldMkLst>
      </pc:sldChg>
      <pc:sldChg chg="delSp modSp mod delAnim">
        <pc:chgData name="Hurt, Andrew C" userId="20c380bd-3ce1-483f-8848-94c3594d3cf1" providerId="ADAL" clId="{3495807D-E425-4957-81DC-9907B540ED9A}" dt="2024-08-15T15:50:09.351" v="295" actId="12100"/>
        <pc:sldMkLst>
          <pc:docMk/>
          <pc:sldMk cId="3510770798" sldId="275"/>
        </pc:sldMkLst>
      </pc:sldChg>
      <pc:sldChg chg="delSp mod delAnim">
        <pc:chgData name="Hurt, Andrew C" userId="20c380bd-3ce1-483f-8848-94c3594d3cf1" providerId="ADAL" clId="{3495807D-E425-4957-81DC-9907B540ED9A}" dt="2024-08-15T15:43:33.372" v="18" actId="478"/>
        <pc:sldMkLst>
          <pc:docMk/>
          <pc:sldMk cId="2617692043" sldId="280"/>
        </pc:sldMkLst>
      </pc:sldChg>
      <pc:sldChg chg="delSp mod delAnim">
        <pc:chgData name="Hurt, Andrew C" userId="20c380bd-3ce1-483f-8848-94c3594d3cf1" providerId="ADAL" clId="{3495807D-E425-4957-81DC-9907B540ED9A}" dt="2024-08-15T15:43:05.803" v="9" actId="478"/>
        <pc:sldMkLst>
          <pc:docMk/>
          <pc:sldMk cId="2618194783" sldId="283"/>
        </pc:sldMkLst>
      </pc:sldChg>
      <pc:sldChg chg="delSp mod delAnim">
        <pc:chgData name="Hurt, Andrew C" userId="20c380bd-3ce1-483f-8848-94c3594d3cf1" providerId="ADAL" clId="{3495807D-E425-4957-81DC-9907B540ED9A}" dt="2024-08-15T15:43:20.539" v="14" actId="478"/>
        <pc:sldMkLst>
          <pc:docMk/>
          <pc:sldMk cId="344562826" sldId="295"/>
        </pc:sldMkLst>
      </pc:sldChg>
      <pc:sldChg chg="delSp modSp mod delAnim">
        <pc:chgData name="Hurt, Andrew C" userId="20c380bd-3ce1-483f-8848-94c3594d3cf1" providerId="ADAL" clId="{3495807D-E425-4957-81DC-9907B540ED9A}" dt="2024-08-15T15:46:35.062" v="60" actId="962"/>
        <pc:sldMkLst>
          <pc:docMk/>
          <pc:sldMk cId="2236811927" sldId="297"/>
        </pc:sldMkLst>
      </pc:sldChg>
      <pc:sldChg chg="delSp modSp mod delAnim">
        <pc:chgData name="Hurt, Andrew C" userId="20c380bd-3ce1-483f-8848-94c3594d3cf1" providerId="ADAL" clId="{3495807D-E425-4957-81DC-9907B540ED9A}" dt="2024-08-15T15:47:37.061" v="194" actId="962"/>
        <pc:sldMkLst>
          <pc:docMk/>
          <pc:sldMk cId="4250242302" sldId="298"/>
        </pc:sldMkLst>
      </pc:sldChg>
      <pc:sldChg chg="delSp modSp mod delAnim">
        <pc:chgData name="Hurt, Andrew C" userId="20c380bd-3ce1-483f-8848-94c3594d3cf1" providerId="ADAL" clId="{3495807D-E425-4957-81DC-9907B540ED9A}" dt="2024-08-15T15:50:24.581" v="296"/>
        <pc:sldMkLst>
          <pc:docMk/>
          <pc:sldMk cId="3491471171" sldId="300"/>
        </pc:sldMkLst>
      </pc:sldChg>
      <pc:sldChg chg="delSp modSp mod delAnim">
        <pc:chgData name="Hurt, Andrew C" userId="20c380bd-3ce1-483f-8848-94c3594d3cf1" providerId="ADAL" clId="{3495807D-E425-4957-81DC-9907B540ED9A}" dt="2024-08-15T15:50:45.791" v="299"/>
        <pc:sldMkLst>
          <pc:docMk/>
          <pc:sldMk cId="1787866221" sldId="302"/>
        </pc:sldMkLst>
      </pc:sldChg>
      <pc:sldChg chg="delSp modSp mod delAnim">
        <pc:chgData name="Hurt, Andrew C" userId="20c380bd-3ce1-483f-8848-94c3594d3cf1" providerId="ADAL" clId="{3495807D-E425-4957-81DC-9907B540ED9A}" dt="2024-08-15T15:50:50.471" v="300"/>
        <pc:sldMkLst>
          <pc:docMk/>
          <pc:sldMk cId="1363357115" sldId="304"/>
        </pc:sldMkLst>
      </pc:sldChg>
      <pc:sldChg chg="delSp modSp mod delAnim">
        <pc:chgData name="Hurt, Andrew C" userId="20c380bd-3ce1-483f-8848-94c3594d3cf1" providerId="ADAL" clId="{3495807D-E425-4957-81DC-9907B540ED9A}" dt="2024-08-15T15:48:39.995" v="294" actId="962"/>
        <pc:sldMkLst>
          <pc:docMk/>
          <pc:sldMk cId="867573655" sldId="305"/>
        </pc:sldMkLst>
      </pc:sldChg>
      <pc:sldChg chg="delSp mod delAnim">
        <pc:chgData name="Hurt, Andrew C" userId="20c380bd-3ce1-483f-8848-94c3594d3cf1" providerId="ADAL" clId="{3495807D-E425-4957-81DC-9907B540ED9A}" dt="2024-08-15T15:43:35.548" v="19" actId="478"/>
        <pc:sldMkLst>
          <pc:docMk/>
          <pc:sldMk cId="206645986" sldId="306"/>
        </pc:sldMkLst>
      </pc:sldChg>
    </pc:docChg>
  </pc:docChgLst>
  <pc:docChgLst>
    <pc:chgData name="Okechukwu Nduka" userId="S::onduka@purdue.edu::761591c5-9709-4555-bbd4-86467b2e6d37" providerId="AD" clId="Web-{85C636F7-A9E9-8FB5-1461-87593F2C39C5}"/>
    <pc:docChg chg="modSld">
      <pc:chgData name="Okechukwu Nduka" userId="S::onduka@purdue.edu::761591c5-9709-4555-bbd4-86467b2e6d37" providerId="AD" clId="Web-{85C636F7-A9E9-8FB5-1461-87593F2C39C5}" dt="2025-01-28T03:44:48.311" v="7"/>
      <pc:docMkLst>
        <pc:docMk/>
      </pc:docMkLst>
      <pc:sldChg chg="modSp">
        <pc:chgData name="Okechukwu Nduka" userId="S::onduka@purdue.edu::761591c5-9709-4555-bbd4-86467b2e6d37" providerId="AD" clId="Web-{85C636F7-A9E9-8FB5-1461-87593F2C39C5}" dt="2025-01-28T03:44:48.311" v="7"/>
        <pc:sldMkLst>
          <pc:docMk/>
          <pc:sldMk cId="2426592814" sldId="320"/>
        </pc:sldMkLst>
        <pc:graphicFrameChg chg="mod modGraphic">
          <ac:chgData name="Okechukwu Nduka" userId="S::onduka@purdue.edu::761591c5-9709-4555-bbd4-86467b2e6d37" providerId="AD" clId="Web-{85C636F7-A9E9-8FB5-1461-87593F2C39C5}" dt="2025-01-28T03:44:48.311" v="7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Onur Dincol" userId="S::odincol@purdue.edu::4aac5b7b-0dac-4838-9f19-2be492a945fe" providerId="AD" clId="Web-{E279FE95-29F0-EF50-933F-51D1529180FC}"/>
    <pc:docChg chg="modSld">
      <pc:chgData name="Onur Dincol" userId="S::odincol@purdue.edu::4aac5b7b-0dac-4838-9f19-2be492a945fe" providerId="AD" clId="Web-{E279FE95-29F0-EF50-933F-51D1529180FC}" dt="2025-01-29T03:39:58.563" v="1"/>
      <pc:docMkLst>
        <pc:docMk/>
      </pc:docMkLst>
      <pc:sldChg chg="modSp">
        <pc:chgData name="Onur Dincol" userId="S::odincol@purdue.edu::4aac5b7b-0dac-4838-9f19-2be492a945fe" providerId="AD" clId="Web-{E279FE95-29F0-EF50-933F-51D1529180FC}" dt="2025-01-29T03:39:58.563" v="1"/>
        <pc:sldMkLst>
          <pc:docMk/>
          <pc:sldMk cId="2426592814" sldId="320"/>
        </pc:sldMkLst>
        <pc:graphicFrameChg chg="mod modGraphic">
          <ac:chgData name="Onur Dincol" userId="S::odincol@purdue.edu::4aac5b7b-0dac-4838-9f19-2be492a945fe" providerId="AD" clId="Web-{E279FE95-29F0-EF50-933F-51D1529180FC}" dt="2025-01-29T03:39:58.563" v="1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Austin Watson" userId="S::watso364@purdue.edu::31d1fcba-90a4-421b-a347-1a85e1eed54a" providerId="AD" clId="Web-{A04D948B-FC36-BBDC-E77D-751FF4226864}"/>
    <pc:docChg chg="modSld">
      <pc:chgData name="Austin Watson" userId="S::watso364@purdue.edu::31d1fcba-90a4-421b-a347-1a85e1eed54a" providerId="AD" clId="Web-{A04D948B-FC36-BBDC-E77D-751FF4226864}" dt="2025-01-27T23:12:55.747" v="21"/>
      <pc:docMkLst>
        <pc:docMk/>
      </pc:docMkLst>
      <pc:sldChg chg="modSp">
        <pc:chgData name="Austin Watson" userId="S::watso364@purdue.edu::31d1fcba-90a4-421b-a347-1a85e1eed54a" providerId="AD" clId="Web-{A04D948B-FC36-BBDC-E77D-751FF4226864}" dt="2025-01-27T23:12:55.747" v="21"/>
        <pc:sldMkLst>
          <pc:docMk/>
          <pc:sldMk cId="2426592814" sldId="320"/>
        </pc:sldMkLst>
        <pc:graphicFrameChg chg="mod modGraphic">
          <ac:chgData name="Austin Watson" userId="S::watso364@purdue.edu::31d1fcba-90a4-421b-a347-1a85e1eed54a" providerId="AD" clId="Web-{A04D948B-FC36-BBDC-E77D-751FF4226864}" dt="2025-01-27T23:12:55.747" v="21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Okechukwu Nduka" userId="S::onduka@purdue.edu::761591c5-9709-4555-bbd4-86467b2e6d37" providerId="AD" clId="Web-{EAB9F667-6271-1F2D-9D8A-69BF29DACB11}"/>
    <pc:docChg chg="modSld">
      <pc:chgData name="Okechukwu Nduka" userId="S::onduka@purdue.edu::761591c5-9709-4555-bbd4-86467b2e6d37" providerId="AD" clId="Web-{EAB9F667-6271-1F2D-9D8A-69BF29DACB11}" dt="2025-01-30T15:18:24.391" v="344" actId="14100"/>
      <pc:docMkLst>
        <pc:docMk/>
      </pc:docMkLst>
      <pc:sldChg chg="addSp delSp modSp mod modClrScheme chgLayout">
        <pc:chgData name="Okechukwu Nduka" userId="S::onduka@purdue.edu::761591c5-9709-4555-bbd4-86467b2e6d37" providerId="AD" clId="Web-{EAB9F667-6271-1F2D-9D8A-69BF29DACB11}" dt="2025-01-30T15:17:36.186" v="341"/>
        <pc:sldMkLst>
          <pc:docMk/>
          <pc:sldMk cId="3276290463" sldId="311"/>
        </pc:sldMkLst>
        <pc:spChg chg="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2" creationId="{E7770F19-1007-89F9-2BF8-1C2A372B3003}"/>
          </ac:spMkLst>
        </pc:spChg>
        <pc:spChg chg="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3" creationId="{E6B6621C-6433-03E2-4816-BFEED311D5F0}"/>
          </ac:spMkLst>
        </pc:spChg>
        <pc:spChg chg="add del">
          <ac:chgData name="Okechukwu Nduka" userId="S::onduka@purdue.edu::761591c5-9709-4555-bbd4-86467b2e6d37" providerId="AD" clId="Web-{EAB9F667-6271-1F2D-9D8A-69BF29DACB11}" dt="2025-01-30T15:16:50.590" v="333"/>
          <ac:spMkLst>
            <pc:docMk/>
            <pc:sldMk cId="3276290463" sldId="311"/>
            <ac:spMk id="5" creationId="{488DA498-6DD6-D5BE-7198-C86DE113AA3B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10.732" v="336"/>
          <ac:spMkLst>
            <pc:docMk/>
            <pc:sldMk cId="3276290463" sldId="311"/>
            <ac:spMk id="6" creationId="{B0A34341-6278-5597-9ECF-80EF6E4EED95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10.732" v="336"/>
          <ac:spMkLst>
            <pc:docMk/>
            <pc:sldMk cId="3276290463" sldId="311"/>
            <ac:spMk id="7" creationId="{E4DB6664-9FF5-961C-EBDF-5DE9901E8535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0:37.163" v="100"/>
          <ac:spMkLst>
            <pc:docMk/>
            <pc:sldMk cId="3276290463" sldId="311"/>
            <ac:spMk id="9" creationId="{D1B2772C-3591-B899-85A0-3A33BD5028C4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3.701" v="338"/>
          <ac:spMkLst>
            <pc:docMk/>
            <pc:sldMk cId="3276290463" sldId="311"/>
            <ac:spMk id="10" creationId="{518E7880-B26B-42CC-BB74-0A00FF79F9F4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0:37.163" v="100"/>
          <ac:spMkLst>
            <pc:docMk/>
            <pc:sldMk cId="3276290463" sldId="311"/>
            <ac:spMk id="11" creationId="{7DE932FD-691F-7E88-8804-E3FB61B36108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3.701" v="338"/>
          <ac:spMkLst>
            <pc:docMk/>
            <pc:sldMk cId="3276290463" sldId="311"/>
            <ac:spMk id="12" creationId="{10D03ED0-7AF3-18B2-BEA3-0A27CBAC919A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6.170" v="340"/>
          <ac:spMkLst>
            <pc:docMk/>
            <pc:sldMk cId="3276290463" sldId="311"/>
            <ac:spMk id="14" creationId="{1E4DE791-4814-D524-8961-B707468D291B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6.170" v="340"/>
          <ac:spMkLst>
            <pc:docMk/>
            <pc:sldMk cId="3276290463" sldId="311"/>
            <ac:spMk id="15" creationId="{A2DBA0EF-5608-E201-54FB-2797D19E6B66}"/>
          </ac:spMkLst>
        </pc:spChg>
        <pc:spChg chg="add 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17" creationId="{518E7880-B26B-42CC-BB74-0A00FF79F9F4}"/>
          </ac:spMkLst>
        </pc:spChg>
        <pc:spChg chg="add 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18" creationId="{10D03ED0-7AF3-18B2-BEA3-0A27CBAC919A}"/>
          </ac:spMkLst>
        </pc:spChg>
        <pc:picChg chg="add del mod ord">
          <ac:chgData name="Okechukwu Nduka" userId="S::onduka@purdue.edu::761591c5-9709-4555-bbd4-86467b2e6d37" providerId="AD" clId="Web-{EAB9F667-6271-1F2D-9D8A-69BF29DACB11}" dt="2025-01-30T02:00:39.053" v="101"/>
          <ac:picMkLst>
            <pc:docMk/>
            <pc:sldMk cId="3276290463" sldId="311"/>
            <ac:picMk id="4" creationId="{17FCF64F-A6B4-F6AF-1676-076B678DF691}"/>
          </ac:picMkLst>
        </pc:picChg>
        <pc:picChg chg="add mod ord">
          <ac:chgData name="Okechukwu Nduka" userId="S::onduka@purdue.edu::761591c5-9709-4555-bbd4-86467b2e6d37" providerId="AD" clId="Web-{EAB9F667-6271-1F2D-9D8A-69BF29DACB11}" dt="2025-01-30T15:17:36.186" v="341"/>
          <ac:picMkLst>
            <pc:docMk/>
            <pc:sldMk cId="3276290463" sldId="311"/>
            <ac:picMk id="4" creationId="{3ED7852D-59D5-0BBE-03E0-85A1DAB83021}"/>
          </ac:picMkLst>
        </pc:picChg>
      </pc:sldChg>
      <pc:sldChg chg="addSp delSp modSp addAnim delAnim">
        <pc:chgData name="Okechukwu Nduka" userId="S::onduka@purdue.edu::761591c5-9709-4555-bbd4-86467b2e6d37" providerId="AD" clId="Web-{EAB9F667-6271-1F2D-9D8A-69BF29DACB11}" dt="2025-01-30T15:18:24.391" v="344" actId="14100"/>
        <pc:sldMkLst>
          <pc:docMk/>
          <pc:sldMk cId="1091338601" sldId="313"/>
        </pc:sldMkLst>
        <pc:spChg chg="mod">
          <ac:chgData name="Okechukwu Nduka" userId="S::onduka@purdue.edu::761591c5-9709-4555-bbd4-86467b2e6d37" providerId="AD" clId="Web-{EAB9F667-6271-1F2D-9D8A-69BF29DACB11}" dt="2025-01-30T00:46:40.355" v="74" actId="1076"/>
          <ac:spMkLst>
            <pc:docMk/>
            <pc:sldMk cId="1091338601" sldId="313"/>
            <ac:spMk id="2" creationId="{D5680C9D-A27B-6DD1-2224-DF5C678F0761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2:16.712" v="103"/>
          <ac:spMkLst>
            <pc:docMk/>
            <pc:sldMk cId="1091338601" sldId="313"/>
            <ac:spMk id="3" creationId="{7526DC2A-5A2E-0072-C7D9-EB3E80470E79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0:39:10.262" v="37"/>
          <ac:spMkLst>
            <pc:docMk/>
            <pc:sldMk cId="1091338601" sldId="313"/>
            <ac:spMk id="4" creationId="{122A774F-1D95-9FB6-AE56-19DBA483EAB4}"/>
          </ac:spMkLst>
        </pc:spChg>
        <pc:spChg chg="mod">
          <ac:chgData name="Okechukwu Nduka" userId="S::onduka@purdue.edu::761591c5-9709-4555-bbd4-86467b2e6d37" providerId="AD" clId="Web-{EAB9F667-6271-1F2D-9D8A-69BF29DACB11}" dt="2025-01-30T15:18:12.344" v="342" actId="14100"/>
          <ac:spMkLst>
            <pc:docMk/>
            <pc:sldMk cId="1091338601" sldId="313"/>
            <ac:spMk id="5" creationId="{1F20F036-0F88-A549-6E05-B226D035A5B6}"/>
          </ac:spMkLst>
        </pc:spChg>
        <pc:picChg chg="add del mod">
          <ac:chgData name="Okechukwu Nduka" userId="S::onduka@purdue.edu::761591c5-9709-4555-bbd4-86467b2e6d37" providerId="AD" clId="Web-{EAB9F667-6271-1F2D-9D8A-69BF29DACB11}" dt="2025-01-30T00:43:24.005" v="66"/>
          <ac:picMkLst>
            <pc:docMk/>
            <pc:sldMk cId="1091338601" sldId="313"/>
            <ac:picMk id="6" creationId="{8D09B10A-ED8E-5F5A-8149-9059839548AC}"/>
          </ac:picMkLst>
        </pc:picChg>
        <pc:picChg chg="add mod">
          <ac:chgData name="Okechukwu Nduka" userId="S::onduka@purdue.edu::761591c5-9709-4555-bbd4-86467b2e6d37" providerId="AD" clId="Web-{EAB9F667-6271-1F2D-9D8A-69BF29DACB11}" dt="2025-01-30T15:18:24.391" v="344" actId="14100"/>
          <ac:picMkLst>
            <pc:docMk/>
            <pc:sldMk cId="1091338601" sldId="313"/>
            <ac:picMk id="7" creationId="{A2C6E8EB-A618-C943-E704-E55D6D5C3AAA}"/>
          </ac:picMkLst>
        </pc:picChg>
      </pc:sldChg>
    </pc:docChg>
  </pc:docChgLst>
  <pc:docChgLst>
    <pc:chgData name="Kunal Ghosh" userId="S::ghosh178@purdue.edu::e399b507-3df8-48a1-8100-af264806a955" providerId="AD" clId="Web-{3EDAE1DD-E1E6-8A63-6E37-CC4C51CEA9FE}"/>
    <pc:docChg chg="modSld">
      <pc:chgData name="Kunal Ghosh" userId="S::ghosh178@purdue.edu::e399b507-3df8-48a1-8100-af264806a955" providerId="AD" clId="Web-{3EDAE1DD-E1E6-8A63-6E37-CC4C51CEA9FE}" dt="2025-01-31T03:41:12.864" v="2"/>
      <pc:docMkLst>
        <pc:docMk/>
      </pc:docMkLst>
      <pc:sldChg chg="modNotes">
        <pc:chgData name="Kunal Ghosh" userId="S::ghosh178@purdue.edu::e399b507-3df8-48a1-8100-af264806a955" providerId="AD" clId="Web-{3EDAE1DD-E1E6-8A63-6E37-CC4C51CEA9FE}" dt="2025-01-31T03:41:12.864" v="2"/>
        <pc:sldMkLst>
          <pc:docMk/>
          <pc:sldMk cId="1680556081" sldId="322"/>
        </pc:sldMkLst>
      </pc:sldChg>
    </pc:docChg>
  </pc:docChgLst>
  <pc:docChgLst>
    <pc:chgData name="Onur Dincol" userId="S::odincol@purdue.edu::4aac5b7b-0dac-4838-9f19-2be492a945fe" providerId="AD" clId="Web-{EA497F68-42AC-75E7-E4D7-9EEB76C24380}"/>
    <pc:docChg chg="modSld">
      <pc:chgData name="Onur Dincol" userId="S::odincol@purdue.edu::4aac5b7b-0dac-4838-9f19-2be492a945fe" providerId="AD" clId="Web-{EA497F68-42AC-75E7-E4D7-9EEB76C24380}" dt="2025-02-02T23:06:26.424" v="57"/>
      <pc:docMkLst>
        <pc:docMk/>
      </pc:docMkLst>
      <pc:sldChg chg="modNotes">
        <pc:chgData name="Onur Dincol" userId="S::odincol@purdue.edu::4aac5b7b-0dac-4838-9f19-2be492a945fe" providerId="AD" clId="Web-{EA497F68-42AC-75E7-E4D7-9EEB76C24380}" dt="2025-02-02T23:06:26.424" v="57"/>
        <pc:sldMkLst>
          <pc:docMk/>
          <pc:sldMk cId="3276290463" sldId="311"/>
        </pc:sldMkLst>
      </pc:sldChg>
    </pc:docChg>
  </pc:docChgLst>
  <pc:docChgLst>
    <pc:chgData name="Kunal Ghosh" userId="S::ghosh178@purdue.edu::e399b507-3df8-48a1-8100-af264806a955" providerId="AD" clId="Web-{C1EF2B7D-EE10-0597-31A6-94B3FF5EB04C}"/>
    <pc:docChg chg="delSld modSld sldOrd">
      <pc:chgData name="Kunal Ghosh" userId="S::ghosh178@purdue.edu::e399b507-3df8-48a1-8100-af264806a955" providerId="AD" clId="Web-{C1EF2B7D-EE10-0597-31A6-94B3FF5EB04C}" dt="2025-01-30T19:16:19.572" v="146"/>
      <pc:docMkLst>
        <pc:docMk/>
      </pc:docMkLst>
      <pc:sldChg chg="delSp modSp">
        <pc:chgData name="Kunal Ghosh" userId="S::ghosh178@purdue.edu::e399b507-3df8-48a1-8100-af264806a955" providerId="AD" clId="Web-{C1EF2B7D-EE10-0597-31A6-94B3FF5EB04C}" dt="2025-01-30T19:12:24.672" v="145"/>
        <pc:sldMkLst>
          <pc:docMk/>
          <pc:sldMk cId="4154997097" sldId="267"/>
        </pc:sldMkLst>
        <pc:spChg chg="mod">
          <ac:chgData name="Kunal Ghosh" userId="S::ghosh178@purdue.edu::e399b507-3df8-48a1-8100-af264806a955" providerId="AD" clId="Web-{C1EF2B7D-EE10-0597-31A6-94B3FF5EB04C}" dt="2025-01-30T19:12:21.063" v="144" actId="20577"/>
          <ac:spMkLst>
            <pc:docMk/>
            <pc:sldMk cId="4154997097" sldId="267"/>
            <ac:spMk id="3" creationId="{5991BF94-59A9-105F-273E-B29E440F2501}"/>
          </ac:spMkLst>
        </pc:spChg>
        <pc:spChg chg="del">
          <ac:chgData name="Kunal Ghosh" userId="S::ghosh178@purdue.edu::e399b507-3df8-48a1-8100-af264806a955" providerId="AD" clId="Web-{C1EF2B7D-EE10-0597-31A6-94B3FF5EB04C}" dt="2025-01-30T19:12:24.672" v="145"/>
          <ac:spMkLst>
            <pc:docMk/>
            <pc:sldMk cId="4154997097" sldId="267"/>
            <ac:spMk id="4" creationId="{65C1FBB2-390D-59A4-F143-EDCF35093773}"/>
          </ac:spMkLst>
        </pc:spChg>
      </pc:sldChg>
      <pc:sldChg chg="modSp ord">
        <pc:chgData name="Kunal Ghosh" userId="S::ghosh178@purdue.edu::e399b507-3df8-48a1-8100-af264806a955" providerId="AD" clId="Web-{C1EF2B7D-EE10-0597-31A6-94B3FF5EB04C}" dt="2025-01-30T19:16:19.572" v="146"/>
        <pc:sldMkLst>
          <pc:docMk/>
          <pc:sldMk cId="2590382412" sldId="307"/>
        </pc:sldMkLst>
        <pc:spChg chg="mod">
          <ac:chgData name="Kunal Ghosh" userId="S::ghosh178@purdue.edu::e399b507-3df8-48a1-8100-af264806a955" providerId="AD" clId="Web-{C1EF2B7D-EE10-0597-31A6-94B3FF5EB04C}" dt="2025-01-30T18:56:03.856" v="87" actId="20577"/>
          <ac:spMkLst>
            <pc:docMk/>
            <pc:sldMk cId="2590382412" sldId="307"/>
            <ac:spMk id="7" creationId="{50F24650-7671-EFCC-4BF4-A4A5664D5DF1}"/>
          </ac:spMkLst>
        </pc:spChg>
      </pc:sldChg>
      <pc:sldChg chg="ord">
        <pc:chgData name="Kunal Ghosh" userId="S::ghosh178@purdue.edu::e399b507-3df8-48a1-8100-af264806a955" providerId="AD" clId="Web-{C1EF2B7D-EE10-0597-31A6-94B3FF5EB04C}" dt="2025-01-30T18:54:28.805" v="61"/>
        <pc:sldMkLst>
          <pc:docMk/>
          <pc:sldMk cId="1056688820" sldId="308"/>
        </pc:sldMkLst>
      </pc:sldChg>
      <pc:sldChg chg="del">
        <pc:chgData name="Kunal Ghosh" userId="S::ghosh178@purdue.edu::e399b507-3df8-48a1-8100-af264806a955" providerId="AD" clId="Web-{C1EF2B7D-EE10-0597-31A6-94B3FF5EB04C}" dt="2025-01-30T18:49:05.965" v="7"/>
        <pc:sldMkLst>
          <pc:docMk/>
          <pc:sldMk cId="468561105" sldId="309"/>
        </pc:sldMkLst>
      </pc:sldChg>
      <pc:sldChg chg="del">
        <pc:chgData name="Kunal Ghosh" userId="S::ghosh178@purdue.edu::e399b507-3df8-48a1-8100-af264806a955" providerId="AD" clId="Web-{C1EF2B7D-EE10-0597-31A6-94B3FF5EB04C}" dt="2025-01-30T18:48:57.684" v="5"/>
        <pc:sldMkLst>
          <pc:docMk/>
          <pc:sldMk cId="2130742392" sldId="314"/>
        </pc:sldMkLst>
      </pc:sldChg>
      <pc:sldChg chg="modSp ord">
        <pc:chgData name="Kunal Ghosh" userId="S::ghosh178@purdue.edu::e399b507-3df8-48a1-8100-af264806a955" providerId="AD" clId="Web-{C1EF2B7D-EE10-0597-31A6-94B3FF5EB04C}" dt="2025-01-30T18:54:46.009" v="62"/>
        <pc:sldMkLst>
          <pc:docMk/>
          <pc:sldMk cId="2503109505" sldId="317"/>
        </pc:sldMkLst>
        <pc:graphicFrameChg chg="mod modGraphic">
          <ac:chgData name="Kunal Ghosh" userId="S::ghosh178@purdue.edu::e399b507-3df8-48a1-8100-af264806a955" providerId="AD" clId="Web-{C1EF2B7D-EE10-0597-31A6-94B3FF5EB04C}" dt="2025-01-30T18:53:57.788" v="5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del">
        <pc:chgData name="Kunal Ghosh" userId="S::ghosh178@purdue.edu::e399b507-3df8-48a1-8100-af264806a955" providerId="AD" clId="Web-{C1EF2B7D-EE10-0597-31A6-94B3FF5EB04C}" dt="2025-01-30T18:49:00.387" v="6"/>
        <pc:sldMkLst>
          <pc:docMk/>
          <pc:sldMk cId="4123971144" sldId="319"/>
        </pc:sldMkLst>
      </pc:sldChg>
      <pc:sldChg chg="ord">
        <pc:chgData name="Kunal Ghosh" userId="S::ghosh178@purdue.edu::e399b507-3df8-48a1-8100-af264806a955" providerId="AD" clId="Web-{C1EF2B7D-EE10-0597-31A6-94B3FF5EB04C}" dt="2025-01-30T18:54:57.869" v="63"/>
        <pc:sldMkLst>
          <pc:docMk/>
          <pc:sldMk cId="2426592814" sldId="320"/>
        </pc:sldMkLst>
      </pc:sldChg>
      <pc:sldChg chg="ord">
        <pc:chgData name="Kunal Ghosh" userId="S::ghosh178@purdue.edu::e399b507-3df8-48a1-8100-af264806a955" providerId="AD" clId="Web-{C1EF2B7D-EE10-0597-31A6-94B3FF5EB04C}" dt="2025-01-30T18:55:06.807" v="64"/>
        <pc:sldMkLst>
          <pc:docMk/>
          <pc:sldMk cId="3126466637" sldId="321"/>
        </pc:sldMkLst>
      </pc:sldChg>
      <pc:sldChg chg="addSp delSp modSp mod setBg modNotes">
        <pc:chgData name="Kunal Ghosh" userId="S::ghosh178@purdue.edu::e399b507-3df8-48a1-8100-af264806a955" providerId="AD" clId="Web-{C1EF2B7D-EE10-0597-31A6-94B3FF5EB04C}" dt="2025-01-30T19:10:25.184" v="126"/>
        <pc:sldMkLst>
          <pc:docMk/>
          <pc:sldMk cId="1680556081" sldId="322"/>
        </pc:sldMkLst>
        <pc:spChg chg="mod">
          <ac:chgData name="Kunal Ghosh" userId="S::ghosh178@purdue.edu::e399b507-3df8-48a1-8100-af264806a955" providerId="AD" clId="Web-{C1EF2B7D-EE10-0597-31A6-94B3FF5EB04C}" dt="2025-01-30T19:09:22.041" v="111" actId="20577"/>
          <ac:spMkLst>
            <pc:docMk/>
            <pc:sldMk cId="1680556081" sldId="322"/>
            <ac:spMk id="2" creationId="{D5680C9D-A27B-6DD1-2224-DF5C678F0761}"/>
          </ac:spMkLst>
        </pc:spChg>
        <pc:spChg chg="mod">
          <ac:chgData name="Kunal Ghosh" userId="S::ghosh178@purdue.edu::e399b507-3df8-48a1-8100-af264806a955" providerId="AD" clId="Web-{C1EF2B7D-EE10-0597-31A6-94B3FF5EB04C}" dt="2025-01-30T19:09:17.150" v="110" actId="20577"/>
          <ac:spMkLst>
            <pc:docMk/>
            <pc:sldMk cId="1680556081" sldId="322"/>
            <ac:spMk id="3" creationId="{7526DC2A-5A2E-0072-C7D9-EB3E80470E79}"/>
          </ac:spMkLst>
        </pc:spChg>
        <pc:spChg chg="del">
          <ac:chgData name="Kunal Ghosh" userId="S::ghosh178@purdue.edu::e399b507-3df8-48a1-8100-af264806a955" providerId="AD" clId="Web-{C1EF2B7D-EE10-0597-31A6-94B3FF5EB04C}" dt="2025-01-30T19:06:06.237" v="88"/>
          <ac:spMkLst>
            <pc:docMk/>
            <pc:sldMk cId="1680556081" sldId="322"/>
            <ac:spMk id="5" creationId="{1F20F036-0F88-A549-6E05-B226D035A5B6}"/>
          </ac:spMkLst>
        </pc:spChg>
        <pc:spChg chg="add mod">
          <ac:chgData name="Kunal Ghosh" userId="S::ghosh178@purdue.edu::e399b507-3df8-48a1-8100-af264806a955" providerId="AD" clId="Web-{C1EF2B7D-EE10-0597-31A6-94B3FF5EB04C}" dt="2025-01-30T19:10:25.184" v="126"/>
          <ac:spMkLst>
            <pc:docMk/>
            <pc:sldMk cId="1680556081" sldId="322"/>
            <ac:spMk id="6" creationId="{711CA331-DE83-3F47-273F-03EE3A24F969}"/>
          </ac:spMkLst>
        </pc:spChg>
        <pc:picChg chg="add del mod">
          <ac:chgData name="Kunal Ghosh" userId="S::ghosh178@purdue.edu::e399b507-3df8-48a1-8100-af264806a955" providerId="AD" clId="Web-{C1EF2B7D-EE10-0597-31A6-94B3FF5EB04C}" dt="2025-01-30T19:06:29.472" v="90"/>
          <ac:picMkLst>
            <pc:docMk/>
            <pc:sldMk cId="1680556081" sldId="322"/>
            <ac:picMk id="4" creationId="{E799D380-E498-A09C-2B20-1C7C536BCAD1}"/>
          </ac:picMkLst>
        </pc:picChg>
      </pc:sldChg>
    </pc:docChg>
  </pc:docChgLst>
  <pc:docChgLst>
    <pc:chgData name="Kunal Ghosh" userId="S::ghosh178@purdue.edu::e399b507-3df8-48a1-8100-af264806a955" providerId="AD" clId="Web-{192E2295-DD75-12CF-0BAB-7538DAFB2644}"/>
    <pc:docChg chg="modSld">
      <pc:chgData name="Kunal Ghosh" userId="S::ghosh178@purdue.edu::e399b507-3df8-48a1-8100-af264806a955" providerId="AD" clId="Web-{192E2295-DD75-12CF-0BAB-7538DAFB2644}" dt="2025-02-04T03:45:00.339" v="14" actId="14100"/>
      <pc:docMkLst>
        <pc:docMk/>
      </pc:docMkLst>
      <pc:sldChg chg="addSp delSp modSp">
        <pc:chgData name="Kunal Ghosh" userId="S::ghosh178@purdue.edu::e399b507-3df8-48a1-8100-af264806a955" providerId="AD" clId="Web-{192E2295-DD75-12CF-0BAB-7538DAFB2644}" dt="2025-02-04T03:45:00.339" v="14" actId="14100"/>
        <pc:sldMkLst>
          <pc:docMk/>
          <pc:sldMk cId="3035040294" sldId="256"/>
        </pc:sldMkLst>
        <pc:spChg chg="add del mod">
          <ac:chgData name="Kunal Ghosh" userId="S::ghosh178@purdue.edu::e399b507-3df8-48a1-8100-af264806a955" providerId="AD" clId="Web-{192E2295-DD75-12CF-0BAB-7538DAFB2644}" dt="2025-02-04T03:44:24.353" v="3"/>
          <ac:spMkLst>
            <pc:docMk/>
            <pc:sldMk cId="3035040294" sldId="256"/>
            <ac:spMk id="5" creationId="{799B02AA-5E1D-CE80-3DD1-8E02A4A3E470}"/>
          </ac:spMkLst>
        </pc:spChg>
        <pc:spChg chg="add mod">
          <ac:chgData name="Kunal Ghosh" userId="S::ghosh178@purdue.edu::e399b507-3df8-48a1-8100-af264806a955" providerId="AD" clId="Web-{192E2295-DD75-12CF-0BAB-7538DAFB2644}" dt="2025-02-04T03:45:00.339" v="14" actId="14100"/>
          <ac:spMkLst>
            <pc:docMk/>
            <pc:sldMk cId="3035040294" sldId="256"/>
            <ac:spMk id="6" creationId="{4F8D9874-8BAF-D5FD-43CF-2DD363A37852}"/>
          </ac:spMkLst>
        </pc:spChg>
      </pc:sldChg>
    </pc:docChg>
  </pc:docChgLst>
  <pc:docChgLst>
    <pc:chgData name="Austin Watson" userId="S::watso364@purdue.edu::31d1fcba-90a4-421b-a347-1a85e1eed54a" providerId="AD" clId="Web-{976285C4-379B-6417-773B-FB018B7BED41}"/>
    <pc:docChg chg="modSld">
      <pc:chgData name="Austin Watson" userId="S::watso364@purdue.edu::31d1fcba-90a4-421b-a347-1a85e1eed54a" providerId="AD" clId="Web-{976285C4-379B-6417-773B-FB018B7BED41}" dt="2025-01-30T17:13:37.490" v="72" actId="20577"/>
      <pc:docMkLst>
        <pc:docMk/>
      </pc:docMkLst>
      <pc:sldChg chg="addSp delSp modSp mod modClrScheme chgLayout modNotes">
        <pc:chgData name="Austin Watson" userId="S::watso364@purdue.edu::31d1fcba-90a4-421b-a347-1a85e1eed54a" providerId="AD" clId="Web-{976285C4-379B-6417-773B-FB018B7BED41}" dt="2025-01-29T16:27:09.597" v="53"/>
        <pc:sldMkLst>
          <pc:docMk/>
          <pc:sldMk cId="3035040294" sldId="256"/>
        </pc:sldMkLst>
        <pc:spChg chg="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2" creationId="{12307E03-5607-C286-502F-896BDDE9B00F}"/>
          </ac:spMkLst>
        </pc:spChg>
        <pc:spChg chg="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3" creationId="{477BB108-E67D-2676-75B8-2D4B64BF52A1}"/>
          </ac:spMkLst>
        </pc:spChg>
        <pc:spChg chg="del">
          <ac:chgData name="Austin Watson" userId="S::watso364@purdue.edu::31d1fcba-90a4-421b-a347-1a85e1eed54a" providerId="AD" clId="Web-{976285C4-379B-6417-773B-FB018B7BED41}" dt="2025-01-29T16:11:22.110" v="5"/>
          <ac:spMkLst>
            <pc:docMk/>
            <pc:sldMk cId="3035040294" sldId="256"/>
            <ac:spMk id="5" creationId="{3D6FA525-798E-1068-E77B-631360E37385}"/>
          </ac:spMkLst>
        </pc:spChg>
        <pc:spChg chg="add del 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9" creationId="{1E18357B-A545-BB85-AD45-5C4B72F76968}"/>
          </ac:spMkLst>
        </pc:spChg>
        <pc:picChg chg="add mod modCrop">
          <ac:chgData name="Austin Watson" userId="S::watso364@purdue.edu::31d1fcba-90a4-421b-a347-1a85e1eed54a" providerId="AD" clId="Web-{976285C4-379B-6417-773B-FB018B7BED41}" dt="2025-01-29T16:17:57.015" v="33" actId="1076"/>
          <ac:picMkLst>
            <pc:docMk/>
            <pc:sldMk cId="3035040294" sldId="256"/>
            <ac:picMk id="4" creationId="{561C2455-007F-76A0-8076-35552CD86C16}"/>
          </ac:picMkLst>
        </pc:picChg>
      </pc:sldChg>
      <pc:sldChg chg="modSp">
        <pc:chgData name="Austin Watson" userId="S::watso364@purdue.edu::31d1fcba-90a4-421b-a347-1a85e1eed54a" providerId="AD" clId="Web-{976285C4-379B-6417-773B-FB018B7BED41}" dt="2025-01-30T17:13:37.490" v="72" actId="20577"/>
        <pc:sldMkLst>
          <pc:docMk/>
          <pc:sldMk cId="468561105" sldId="309"/>
        </pc:sldMkLst>
        <pc:spChg chg="mod">
          <ac:chgData name="Austin Watson" userId="S::watso364@purdue.edu::31d1fcba-90a4-421b-a347-1a85e1eed54a" providerId="AD" clId="Web-{976285C4-379B-6417-773B-FB018B7BED41}" dt="2025-01-30T17:13:37.490" v="72" actId="20577"/>
          <ac:spMkLst>
            <pc:docMk/>
            <pc:sldMk cId="468561105" sldId="309"/>
            <ac:spMk id="3" creationId="{60634B81-13E9-1D87-6C36-1E699F921500}"/>
          </ac:spMkLst>
        </pc:spChg>
      </pc:sldChg>
    </pc:docChg>
  </pc:docChgLst>
  <pc:docChgLst>
    <pc:chgData name="Onur Dincol" userId="S::odincol@purdue.edu::4aac5b7b-0dac-4838-9f19-2be492a945fe" providerId="AD" clId="Web-{3D410DF6-77A0-F0E4-0AE1-50D7E4087896}"/>
    <pc:docChg chg="modSld">
      <pc:chgData name="Onur Dincol" userId="S::odincol@purdue.edu::4aac5b7b-0dac-4838-9f19-2be492a945fe" providerId="AD" clId="Web-{3D410DF6-77A0-F0E4-0AE1-50D7E4087896}" dt="2025-01-30T19:01:26.653" v="0"/>
      <pc:docMkLst>
        <pc:docMk/>
      </pc:docMkLst>
      <pc:sldChg chg="delSp">
        <pc:chgData name="Onur Dincol" userId="S::odincol@purdue.edu::4aac5b7b-0dac-4838-9f19-2be492a945fe" providerId="AD" clId="Web-{3D410DF6-77A0-F0E4-0AE1-50D7E4087896}" dt="2025-01-30T19:01:26.653" v="0"/>
        <pc:sldMkLst>
          <pc:docMk/>
          <pc:sldMk cId="3276290463" sldId="311"/>
        </pc:sldMkLst>
        <pc:spChg chg="del">
          <ac:chgData name="Onur Dincol" userId="S::odincol@purdue.edu::4aac5b7b-0dac-4838-9f19-2be492a945fe" providerId="AD" clId="Web-{3D410DF6-77A0-F0E4-0AE1-50D7E4087896}" dt="2025-01-30T19:01:26.653" v="0"/>
          <ac:spMkLst>
            <pc:docMk/>
            <pc:sldMk cId="3276290463" sldId="311"/>
            <ac:spMk id="17" creationId="{518E7880-B26B-42CC-BB74-0A00FF79F9F4}"/>
          </ac:spMkLst>
        </pc:spChg>
      </pc:sldChg>
    </pc:docChg>
  </pc:docChgLst>
  <pc:docChgLst>
    <pc:chgData name="Kunal Ghosh" userId="S::ghosh178@purdue.edu::e399b507-3df8-48a1-8100-af264806a955" providerId="AD" clId="Web-{3DDF9D78-2A96-51EC-121A-2A48D942812B}"/>
    <pc:docChg chg="addSld delSld modSld">
      <pc:chgData name="Kunal Ghosh" userId="S::ghosh178@purdue.edu::e399b507-3df8-48a1-8100-af264806a955" providerId="AD" clId="Web-{3DDF9D78-2A96-51EC-121A-2A48D942812B}" dt="2025-01-24T15:35:28.954" v="61"/>
      <pc:docMkLst>
        <pc:docMk/>
      </pc:docMkLst>
      <pc:sldChg chg="del">
        <pc:chgData name="Kunal Ghosh" userId="S::ghosh178@purdue.edu::e399b507-3df8-48a1-8100-af264806a955" providerId="AD" clId="Web-{3DDF9D78-2A96-51EC-121A-2A48D942812B}" dt="2025-01-24T15:35:28.954" v="61"/>
        <pc:sldMkLst>
          <pc:docMk/>
          <pc:sldMk cId="4144218707" sldId="312"/>
        </pc:sldMkLst>
      </pc:sldChg>
      <pc:sldChg chg="modSp">
        <pc:chgData name="Kunal Ghosh" userId="S::ghosh178@purdue.edu::e399b507-3df8-48a1-8100-af264806a955" providerId="AD" clId="Web-{3DDF9D78-2A96-51EC-121A-2A48D942812B}" dt="2025-01-24T15:35:25.939" v="60" actId="20577"/>
        <pc:sldMkLst>
          <pc:docMk/>
          <pc:sldMk cId="1091338601" sldId="313"/>
        </pc:sldMkLst>
        <pc:spChg chg="mod">
          <ac:chgData name="Kunal Ghosh" userId="S::ghosh178@purdue.edu::e399b507-3df8-48a1-8100-af264806a955" providerId="AD" clId="Web-{3DDF9D78-2A96-51EC-121A-2A48D942812B}" dt="2025-01-24T15:35:25.939" v="60" actId="20577"/>
          <ac:spMkLst>
            <pc:docMk/>
            <pc:sldMk cId="1091338601" sldId="313"/>
            <ac:spMk id="2" creationId="{D5680C9D-A27B-6DD1-2224-DF5C678F0761}"/>
          </ac:spMkLst>
        </pc:spChg>
      </pc:sldChg>
      <pc:sldChg chg="modSp">
        <pc:chgData name="Kunal Ghosh" userId="S::ghosh178@purdue.edu::e399b507-3df8-48a1-8100-af264806a955" providerId="AD" clId="Web-{3DDF9D78-2A96-51EC-121A-2A48D942812B}" dt="2025-01-24T15:34:22.655" v="57"/>
        <pc:sldMkLst>
          <pc:docMk/>
          <pc:sldMk cId="2503109505" sldId="317"/>
        </pc:sldMkLst>
        <pc:graphicFrameChg chg="mod modGraphic">
          <ac:chgData name="Kunal Ghosh" userId="S::ghosh178@purdue.edu::e399b507-3df8-48a1-8100-af264806a955" providerId="AD" clId="Web-{3DDF9D78-2A96-51EC-121A-2A48D942812B}" dt="2025-01-24T15:34:22.655" v="5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add replId">
        <pc:chgData name="Kunal Ghosh" userId="S::ghosh178@purdue.edu::e399b507-3df8-48a1-8100-af264806a955" providerId="AD" clId="Web-{3DDF9D78-2A96-51EC-121A-2A48D942812B}" dt="2025-01-24T15:35:18.220" v="58"/>
        <pc:sldMkLst>
          <pc:docMk/>
          <pc:sldMk cId="1680556081" sldId="322"/>
        </pc:sldMkLst>
      </pc:sldChg>
    </pc:docChg>
  </pc:docChgLst>
  <pc:docChgLst>
    <pc:chgData name="Kunal Ghosh" userId="S::ghosh178@purdue.edu::e399b507-3df8-48a1-8100-af264806a955" providerId="AD" clId="Web-{622F45C2-AC2B-544D-6491-384DB0BCA4CA}"/>
    <pc:docChg chg="modSld">
      <pc:chgData name="Kunal Ghosh" userId="S::ghosh178@purdue.edu::e399b507-3df8-48a1-8100-af264806a955" providerId="AD" clId="Web-{622F45C2-AC2B-544D-6491-384DB0BCA4CA}" dt="2025-02-04T04:59:56.840" v="4"/>
      <pc:docMkLst>
        <pc:docMk/>
      </pc:docMkLst>
      <pc:sldChg chg="modSp">
        <pc:chgData name="Kunal Ghosh" userId="S::ghosh178@purdue.edu::e399b507-3df8-48a1-8100-af264806a955" providerId="AD" clId="Web-{622F45C2-AC2B-544D-6491-384DB0BCA4CA}" dt="2025-02-04T04:59:44.121" v="2" actId="20577"/>
        <pc:sldMkLst>
          <pc:docMk/>
          <pc:sldMk cId="3035040294" sldId="256"/>
        </pc:sldMkLst>
        <pc:spChg chg="mod">
          <ac:chgData name="Kunal Ghosh" userId="S::ghosh178@purdue.edu::e399b507-3df8-48a1-8100-af264806a955" providerId="AD" clId="Web-{622F45C2-AC2B-544D-6491-384DB0BCA4CA}" dt="2025-02-04T04:59:44.121" v="2" actId="20577"/>
          <ac:spMkLst>
            <pc:docMk/>
            <pc:sldMk cId="3035040294" sldId="256"/>
            <ac:spMk id="6" creationId="{4F8D9874-8BAF-D5FD-43CF-2DD363A37852}"/>
          </ac:spMkLst>
        </pc:spChg>
      </pc:sldChg>
      <pc:sldChg chg="addSp">
        <pc:chgData name="Kunal Ghosh" userId="S::ghosh178@purdue.edu::e399b507-3df8-48a1-8100-af264806a955" providerId="AD" clId="Web-{622F45C2-AC2B-544D-6491-384DB0BCA4CA}" dt="2025-02-04T04:59:53.902" v="3"/>
        <pc:sldMkLst>
          <pc:docMk/>
          <pc:sldMk cId="3276290463" sldId="311"/>
        </pc:sldMkLst>
        <pc:spChg chg="add">
          <ac:chgData name="Kunal Ghosh" userId="S::ghosh178@purdue.edu::e399b507-3df8-48a1-8100-af264806a955" providerId="AD" clId="Web-{622F45C2-AC2B-544D-6491-384DB0BCA4CA}" dt="2025-02-04T04:59:53.902" v="3"/>
          <ac:spMkLst>
            <pc:docMk/>
            <pc:sldMk cId="3276290463" sldId="311"/>
            <ac:spMk id="6" creationId="{E2333569-0506-53B2-8169-6D1BD4584189}"/>
          </ac:spMkLst>
        </pc:spChg>
      </pc:sldChg>
      <pc:sldChg chg="addSp">
        <pc:chgData name="Kunal Ghosh" userId="S::ghosh178@purdue.edu::e399b507-3df8-48a1-8100-af264806a955" providerId="AD" clId="Web-{622F45C2-AC2B-544D-6491-384DB0BCA4CA}" dt="2025-02-04T04:59:56.840" v="4"/>
        <pc:sldMkLst>
          <pc:docMk/>
          <pc:sldMk cId="1091338601" sldId="313"/>
        </pc:sldMkLst>
        <pc:spChg chg="add">
          <ac:chgData name="Kunal Ghosh" userId="S::ghosh178@purdue.edu::e399b507-3df8-48a1-8100-af264806a955" providerId="AD" clId="Web-{622F45C2-AC2B-544D-6491-384DB0BCA4CA}" dt="2025-02-04T04:59:56.840" v="4"/>
          <ac:spMkLst>
            <pc:docMk/>
            <pc:sldMk cId="1091338601" sldId="313"/>
            <ac:spMk id="4" creationId="{365F3C69-1A79-72E0-2671-B3CD06CE40AC}"/>
          </ac:spMkLst>
        </pc:spChg>
      </pc:sldChg>
    </pc:docChg>
  </pc:docChgLst>
  <pc:docChgLst>
    <pc:chgData name="Kunal Ghosh" userId="c7d400ffb3130a3a" providerId="LiveId" clId="{692C3EC6-B3C2-43D0-ADE5-E8296C5B605E}"/>
    <pc:docChg chg="undo redo custSel addSld delSld modSld sldOrd">
      <pc:chgData name="Kunal Ghosh" userId="c7d400ffb3130a3a" providerId="LiveId" clId="{692C3EC6-B3C2-43D0-ADE5-E8296C5B605E}" dt="2025-01-24T15:12:21.632" v="2765" actId="20577"/>
      <pc:docMkLst>
        <pc:docMk/>
      </pc:docMkLst>
      <pc:sldChg chg="addSp delSp modSp mod ord modClrScheme modAnim chgLayout">
        <pc:chgData name="Kunal Ghosh" userId="c7d400ffb3130a3a" providerId="LiveId" clId="{692C3EC6-B3C2-43D0-ADE5-E8296C5B605E}" dt="2025-01-22T09:54:40.889" v="1119" actId="27636"/>
        <pc:sldMkLst>
          <pc:docMk/>
          <pc:sldMk cId="3035040294" sldId="256"/>
        </pc:sldMkLst>
        <pc:spChg chg="mod ord">
          <ac:chgData name="Kunal Ghosh" userId="c7d400ffb3130a3a" providerId="LiveId" clId="{692C3EC6-B3C2-43D0-ADE5-E8296C5B605E}" dt="2025-01-22T09:54:40.889" v="1119" actId="27636"/>
          <ac:spMkLst>
            <pc:docMk/>
            <pc:sldMk cId="3035040294" sldId="256"/>
            <ac:spMk id="2" creationId="{12307E03-5607-C286-502F-896BDDE9B00F}"/>
          </ac:spMkLst>
        </pc:spChg>
        <pc:spChg chg="mod ord">
          <ac:chgData name="Kunal Ghosh" userId="c7d400ffb3130a3a" providerId="LiveId" clId="{692C3EC6-B3C2-43D0-ADE5-E8296C5B605E}" dt="2025-01-22T09:54:40.873" v="1118" actId="700"/>
          <ac:spMkLst>
            <pc:docMk/>
            <pc:sldMk cId="3035040294" sldId="256"/>
            <ac:spMk id="3" creationId="{477BB108-E67D-2676-75B8-2D4B64BF52A1}"/>
          </ac:spMkLst>
        </pc:spChg>
        <pc:spChg chg="add mod ord">
          <ac:chgData name="Kunal Ghosh" userId="c7d400ffb3130a3a" providerId="LiveId" clId="{692C3EC6-B3C2-43D0-ADE5-E8296C5B605E}" dt="2025-01-22T09:54:40.873" v="1118" actId="700"/>
          <ac:spMkLst>
            <pc:docMk/>
            <pc:sldMk cId="3035040294" sldId="256"/>
            <ac:spMk id="5" creationId="{3D6FA525-798E-1068-E77B-631360E37385}"/>
          </ac:spMkLst>
        </pc:spChg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361594818" sldId="257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666090097" sldId="25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932748493" sldId="259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870390396" sldId="26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010976476" sldId="262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119801829" sldId="266"/>
        </pc:sldMkLst>
      </pc:sldChg>
      <pc:sldChg chg="addSp delSp modSp mod">
        <pc:chgData name="Kunal Ghosh" userId="c7d400ffb3130a3a" providerId="LiveId" clId="{692C3EC6-B3C2-43D0-ADE5-E8296C5B605E}" dt="2025-01-22T09:58:49.240" v="1180" actId="403"/>
        <pc:sldMkLst>
          <pc:docMk/>
          <pc:sldMk cId="4154997097" sldId="267"/>
        </pc:sldMkLst>
        <pc:spChg chg="mod">
          <ac:chgData name="Kunal Ghosh" userId="c7d400ffb3130a3a" providerId="LiveId" clId="{692C3EC6-B3C2-43D0-ADE5-E8296C5B605E}" dt="2025-01-22T09:58:49.240" v="1180" actId="403"/>
          <ac:spMkLst>
            <pc:docMk/>
            <pc:sldMk cId="4154997097" sldId="267"/>
            <ac:spMk id="2" creationId="{44DF09A7-CF48-9701-322A-A0BBD1C2F6CD}"/>
          </ac:spMkLst>
        </pc:spChg>
        <pc:spChg chg="mod">
          <ac:chgData name="Kunal Ghosh" userId="c7d400ffb3130a3a" providerId="LiveId" clId="{692C3EC6-B3C2-43D0-ADE5-E8296C5B605E}" dt="2025-01-22T09:57:36.621" v="1177" actId="20577"/>
          <ac:spMkLst>
            <pc:docMk/>
            <pc:sldMk cId="4154997097" sldId="267"/>
            <ac:spMk id="3" creationId="{5991BF94-59A9-105F-273E-B29E440F2501}"/>
          </ac:spMkLst>
        </pc:spChg>
        <pc:spChg chg="add mod">
          <ac:chgData name="Kunal Ghosh" userId="c7d400ffb3130a3a" providerId="LiveId" clId="{692C3EC6-B3C2-43D0-ADE5-E8296C5B605E}" dt="2025-01-22T06:20:52.941" v="354" actId="5793"/>
          <ac:spMkLst>
            <pc:docMk/>
            <pc:sldMk cId="4154997097" sldId="267"/>
            <ac:spMk id="4" creationId="{65C1FBB2-390D-59A4-F143-EDCF35093773}"/>
          </ac:spMkLst>
        </pc:spChg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251855305" sldId="26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404612451" sldId="269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396541706" sldId="27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790469898" sldId="273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846219069" sldId="274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510770798" sldId="27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617692043" sldId="28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618194783" sldId="283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44562826" sldId="29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236811927" sldId="297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250242302" sldId="29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491471171" sldId="30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787866221" sldId="302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363357115" sldId="304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867573655" sldId="30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06645986" sldId="306"/>
        </pc:sldMkLst>
      </pc:sldChg>
      <pc:sldChg chg="new del">
        <pc:chgData name="Kunal Ghosh" userId="c7d400ffb3130a3a" providerId="LiveId" clId="{692C3EC6-B3C2-43D0-ADE5-E8296C5B605E}" dt="2025-01-22T04:56:07.238" v="59" actId="680"/>
        <pc:sldMkLst>
          <pc:docMk/>
          <pc:sldMk cId="2566284471" sldId="307"/>
        </pc:sldMkLst>
      </pc:sldChg>
      <pc:sldChg chg="addSp delSp modSp new mod ord modClrScheme chgLayout">
        <pc:chgData name="Kunal Ghosh" userId="c7d400ffb3130a3a" providerId="LiveId" clId="{692C3EC6-B3C2-43D0-ADE5-E8296C5B605E}" dt="2025-01-24T15:05:05.314" v="2616" actId="27636"/>
        <pc:sldMkLst>
          <pc:docMk/>
          <pc:sldMk cId="2590382412" sldId="307"/>
        </pc:sldMkLst>
        <pc:spChg chg="mod ord">
          <ac:chgData name="Kunal Ghosh" userId="c7d400ffb3130a3a" providerId="LiveId" clId="{692C3EC6-B3C2-43D0-ADE5-E8296C5B605E}" dt="2025-01-22T04:56:24.480" v="61" actId="700"/>
          <ac:spMkLst>
            <pc:docMk/>
            <pc:sldMk cId="2590382412" sldId="307"/>
            <ac:spMk id="5" creationId="{34F7F67E-8CCE-4B8F-5679-37B397619607}"/>
          </ac:spMkLst>
        </pc:spChg>
        <pc:spChg chg="add mod ord">
          <ac:chgData name="Kunal Ghosh" userId="c7d400ffb3130a3a" providerId="LiveId" clId="{692C3EC6-B3C2-43D0-ADE5-E8296C5B605E}" dt="2025-01-22T04:56:30.818" v="71" actId="20577"/>
          <ac:spMkLst>
            <pc:docMk/>
            <pc:sldMk cId="2590382412" sldId="307"/>
            <ac:spMk id="6" creationId="{6F43D9DE-5F85-C0EB-480D-2BE677DD92F3}"/>
          </ac:spMkLst>
        </pc:spChg>
        <pc:spChg chg="add mod ord">
          <ac:chgData name="Kunal Ghosh" userId="c7d400ffb3130a3a" providerId="LiveId" clId="{692C3EC6-B3C2-43D0-ADE5-E8296C5B605E}" dt="2025-01-24T15:05:05.314" v="2616" actId="27636"/>
          <ac:spMkLst>
            <pc:docMk/>
            <pc:sldMk cId="2590382412" sldId="307"/>
            <ac:spMk id="7" creationId="{50F24650-7671-EFCC-4BF4-A4A5664D5DF1}"/>
          </ac:spMkLst>
        </pc:spChg>
        <pc:spChg chg="add mod ord">
          <ac:chgData name="Kunal Ghosh" userId="c7d400ffb3130a3a" providerId="LiveId" clId="{692C3EC6-B3C2-43D0-ADE5-E8296C5B605E}" dt="2025-01-22T04:56:24.480" v="61" actId="700"/>
          <ac:spMkLst>
            <pc:docMk/>
            <pc:sldMk cId="2590382412" sldId="307"/>
            <ac:spMk id="8" creationId="{D8F70B73-085D-687F-DAF4-3E2C4A2DE435}"/>
          </ac:spMkLst>
        </pc:spChg>
      </pc:sldChg>
      <pc:sldChg chg="new del">
        <pc:chgData name="Kunal Ghosh" userId="c7d400ffb3130a3a" providerId="LiveId" clId="{692C3EC6-B3C2-43D0-ADE5-E8296C5B605E}" dt="2025-01-22T04:55:58.903" v="55" actId="680"/>
        <pc:sldMkLst>
          <pc:docMk/>
          <pc:sldMk cId="2738230894" sldId="307"/>
        </pc:sldMkLst>
      </pc:sldChg>
      <pc:sldChg chg="new del">
        <pc:chgData name="Kunal Ghosh" userId="c7d400ffb3130a3a" providerId="LiveId" clId="{692C3EC6-B3C2-43D0-ADE5-E8296C5B605E}" dt="2025-01-22T04:56:02.453" v="57" actId="680"/>
        <pc:sldMkLst>
          <pc:docMk/>
          <pc:sldMk cId="3076627410" sldId="307"/>
        </pc:sldMkLst>
      </pc:sldChg>
      <pc:sldChg chg="modSp new mod ord">
        <pc:chgData name="Kunal Ghosh" userId="c7d400ffb3130a3a" providerId="LiveId" clId="{692C3EC6-B3C2-43D0-ADE5-E8296C5B605E}" dt="2025-01-24T05:05:35.534" v="1760" actId="20577"/>
        <pc:sldMkLst>
          <pc:docMk/>
          <pc:sldMk cId="1056688820" sldId="308"/>
        </pc:sldMkLst>
        <pc:spChg chg="mod">
          <ac:chgData name="Kunal Ghosh" userId="c7d400ffb3130a3a" providerId="LiveId" clId="{692C3EC6-B3C2-43D0-ADE5-E8296C5B605E}" dt="2025-01-24T05:05:35.534" v="1760" actId="20577"/>
          <ac:spMkLst>
            <pc:docMk/>
            <pc:sldMk cId="1056688820" sldId="308"/>
            <ac:spMk id="3" creationId="{5EEFEA8C-E8CC-AA75-8C98-FF5322E175B3}"/>
          </ac:spMkLst>
        </pc:spChg>
        <pc:spChg chg="mod">
          <ac:chgData name="Kunal Ghosh" userId="c7d400ffb3130a3a" providerId="LiveId" clId="{692C3EC6-B3C2-43D0-ADE5-E8296C5B605E}" dt="2025-01-22T04:59:28.784" v="155" actId="20577"/>
          <ac:spMkLst>
            <pc:docMk/>
            <pc:sldMk cId="1056688820" sldId="308"/>
            <ac:spMk id="4" creationId="{2B76F690-BC93-78DE-5DF9-0177449B926B}"/>
          </ac:spMkLst>
        </pc:spChg>
      </pc:sldChg>
      <pc:sldChg chg="modSp new mod">
        <pc:chgData name="Kunal Ghosh" userId="c7d400ffb3130a3a" providerId="LiveId" clId="{692C3EC6-B3C2-43D0-ADE5-E8296C5B605E}" dt="2025-01-22T05:01:25.484" v="268" actId="20577"/>
        <pc:sldMkLst>
          <pc:docMk/>
          <pc:sldMk cId="468561105" sldId="309"/>
        </pc:sldMkLst>
        <pc:spChg chg="mod">
          <ac:chgData name="Kunal Ghosh" userId="c7d400ffb3130a3a" providerId="LiveId" clId="{692C3EC6-B3C2-43D0-ADE5-E8296C5B605E}" dt="2025-01-22T05:01:25.484" v="268" actId="20577"/>
          <ac:spMkLst>
            <pc:docMk/>
            <pc:sldMk cId="468561105" sldId="309"/>
            <ac:spMk id="3" creationId="{60634B81-13E9-1D87-6C36-1E699F921500}"/>
          </ac:spMkLst>
        </pc:spChg>
        <pc:spChg chg="mod">
          <ac:chgData name="Kunal Ghosh" userId="c7d400ffb3130a3a" providerId="LiveId" clId="{692C3EC6-B3C2-43D0-ADE5-E8296C5B605E}" dt="2025-01-22T05:01:01.654" v="202" actId="20577"/>
          <ac:spMkLst>
            <pc:docMk/>
            <pc:sldMk cId="468561105" sldId="309"/>
            <ac:spMk id="4" creationId="{02F59A58-5829-29EB-F801-EA2300AA2F2F}"/>
          </ac:spMkLst>
        </pc:spChg>
      </pc:sldChg>
      <pc:sldChg chg="add mod modShow">
        <pc:chgData name="Kunal Ghosh" userId="c7d400ffb3130a3a" providerId="LiveId" clId="{692C3EC6-B3C2-43D0-ADE5-E8296C5B605E}" dt="2025-01-24T05:23:54.055" v="2123" actId="729"/>
        <pc:sldMkLst>
          <pc:docMk/>
          <pc:sldMk cId="3950440284" sldId="310"/>
        </pc:sldMkLst>
      </pc:sldChg>
      <pc:sldChg chg="modSp add mod modAnim">
        <pc:chgData name="Kunal Ghosh" userId="c7d400ffb3130a3a" providerId="LiveId" clId="{692C3EC6-B3C2-43D0-ADE5-E8296C5B605E}" dt="2025-01-22T09:55:22.858" v="1135" actId="20577"/>
        <pc:sldMkLst>
          <pc:docMk/>
          <pc:sldMk cId="3276290463" sldId="311"/>
        </pc:sldMkLst>
        <pc:spChg chg="mod">
          <ac:chgData name="Kunal Ghosh" userId="c7d400ffb3130a3a" providerId="LiveId" clId="{692C3EC6-B3C2-43D0-ADE5-E8296C5B605E}" dt="2025-01-22T09:55:12.882" v="1121"/>
          <ac:spMkLst>
            <pc:docMk/>
            <pc:sldMk cId="3276290463" sldId="311"/>
            <ac:spMk id="2" creationId="{E7770F19-1007-89F9-2BF8-1C2A372B3003}"/>
          </ac:spMkLst>
        </pc:spChg>
        <pc:spChg chg="mod">
          <ac:chgData name="Kunal Ghosh" userId="c7d400ffb3130a3a" providerId="LiveId" clId="{692C3EC6-B3C2-43D0-ADE5-E8296C5B605E}" dt="2025-01-22T09:55:22.858" v="1135" actId="20577"/>
          <ac:spMkLst>
            <pc:docMk/>
            <pc:sldMk cId="3276290463" sldId="311"/>
            <ac:spMk id="3" creationId="{E6B6621C-6433-03E2-4816-BFEED311D5F0}"/>
          </ac:spMkLst>
        </pc:spChg>
      </pc:sldChg>
      <pc:sldChg chg="modSp add mod modAnim">
        <pc:chgData name="Kunal Ghosh" userId="c7d400ffb3130a3a" providerId="LiveId" clId="{692C3EC6-B3C2-43D0-ADE5-E8296C5B605E}" dt="2025-01-24T15:02:58.818" v="2601" actId="6549"/>
        <pc:sldMkLst>
          <pc:docMk/>
          <pc:sldMk cId="4144218707" sldId="312"/>
        </pc:sldMkLst>
        <pc:spChg chg="mod">
          <ac:chgData name="Kunal Ghosh" userId="c7d400ffb3130a3a" providerId="LiveId" clId="{692C3EC6-B3C2-43D0-ADE5-E8296C5B605E}" dt="2025-01-22T09:56:03.634" v="1148" actId="20577"/>
          <ac:spMkLst>
            <pc:docMk/>
            <pc:sldMk cId="4144218707" sldId="312"/>
            <ac:spMk id="2" creationId="{6A87225C-1A6E-E009-4F54-4D0EEAC80AB2}"/>
          </ac:spMkLst>
        </pc:spChg>
        <pc:spChg chg="mod">
          <ac:chgData name="Kunal Ghosh" userId="c7d400ffb3130a3a" providerId="LiveId" clId="{692C3EC6-B3C2-43D0-ADE5-E8296C5B605E}" dt="2025-01-24T15:02:58.818" v="2601" actId="6549"/>
          <ac:spMkLst>
            <pc:docMk/>
            <pc:sldMk cId="4144218707" sldId="312"/>
            <ac:spMk id="3" creationId="{C23150DA-484F-3F21-C6FF-5604958E3C2E}"/>
          </ac:spMkLst>
        </pc:spChg>
      </pc:sldChg>
      <pc:sldChg chg="modSp add mod modAnim">
        <pc:chgData name="Kunal Ghosh" userId="c7d400ffb3130a3a" providerId="LiveId" clId="{692C3EC6-B3C2-43D0-ADE5-E8296C5B605E}" dt="2025-01-24T15:03:07.490" v="2609" actId="20577"/>
        <pc:sldMkLst>
          <pc:docMk/>
          <pc:sldMk cId="1091338601" sldId="313"/>
        </pc:sldMkLst>
        <pc:spChg chg="mod">
          <ac:chgData name="Kunal Ghosh" userId="c7d400ffb3130a3a" providerId="LiveId" clId="{692C3EC6-B3C2-43D0-ADE5-E8296C5B605E}" dt="2025-01-22T09:56:12.480" v="1153" actId="20577"/>
          <ac:spMkLst>
            <pc:docMk/>
            <pc:sldMk cId="1091338601" sldId="313"/>
            <ac:spMk id="2" creationId="{D5680C9D-A27B-6DD1-2224-DF5C678F0761}"/>
          </ac:spMkLst>
        </pc:spChg>
        <pc:spChg chg="mod">
          <ac:chgData name="Kunal Ghosh" userId="c7d400ffb3130a3a" providerId="LiveId" clId="{692C3EC6-B3C2-43D0-ADE5-E8296C5B605E}" dt="2025-01-24T15:03:07.490" v="2609" actId="20577"/>
          <ac:spMkLst>
            <pc:docMk/>
            <pc:sldMk cId="1091338601" sldId="313"/>
            <ac:spMk id="3" creationId="{7526DC2A-5A2E-0072-C7D9-EB3E80470E79}"/>
          </ac:spMkLst>
        </pc:spChg>
      </pc:sldChg>
      <pc:sldChg chg="modSp add mod modAnim">
        <pc:chgData name="Kunal Ghosh" userId="c7d400ffb3130a3a" providerId="LiveId" clId="{692C3EC6-B3C2-43D0-ADE5-E8296C5B605E}" dt="2025-01-22T09:56:57.639" v="1170"/>
        <pc:sldMkLst>
          <pc:docMk/>
          <pc:sldMk cId="2130742392" sldId="314"/>
        </pc:sldMkLst>
        <pc:spChg chg="mod">
          <ac:chgData name="Kunal Ghosh" userId="c7d400ffb3130a3a" providerId="LiveId" clId="{692C3EC6-B3C2-43D0-ADE5-E8296C5B605E}" dt="2025-01-22T09:56:31.701" v="1167" actId="20577"/>
          <ac:spMkLst>
            <pc:docMk/>
            <pc:sldMk cId="2130742392" sldId="314"/>
            <ac:spMk id="2" creationId="{D2B903A7-037B-193B-6A5B-265E5E89483A}"/>
          </ac:spMkLst>
        </pc:spChg>
        <pc:spChg chg="mod">
          <ac:chgData name="Kunal Ghosh" userId="c7d400ffb3130a3a" providerId="LiveId" clId="{692C3EC6-B3C2-43D0-ADE5-E8296C5B605E}" dt="2025-01-22T09:56:57.639" v="1170"/>
          <ac:spMkLst>
            <pc:docMk/>
            <pc:sldMk cId="2130742392" sldId="314"/>
            <ac:spMk id="3" creationId="{D96D7233-7F5D-BF3F-C0CB-BCE63A48D1D9}"/>
          </ac:spMkLst>
        </pc:spChg>
      </pc:sldChg>
      <pc:sldChg chg="addSp modSp add del mod">
        <pc:chgData name="Kunal Ghosh" userId="c7d400ffb3130a3a" providerId="LiveId" clId="{692C3EC6-B3C2-43D0-ADE5-E8296C5B605E}" dt="2025-01-24T05:05:25.831" v="1758" actId="47"/>
        <pc:sldMkLst>
          <pc:docMk/>
          <pc:sldMk cId="339134211" sldId="315"/>
        </pc:sldMkLst>
        <pc:spChg chg="mod">
          <ac:chgData name="Kunal Ghosh" userId="c7d400ffb3130a3a" providerId="LiveId" clId="{692C3EC6-B3C2-43D0-ADE5-E8296C5B605E}" dt="2025-01-24T04:54:36.927" v="1227"/>
          <ac:spMkLst>
            <pc:docMk/>
            <pc:sldMk cId="339134211" sldId="315"/>
            <ac:spMk id="3" creationId="{38B3EB40-A935-3D16-4301-C7DE0C83348D}"/>
          </ac:spMkLst>
        </pc:spChg>
      </pc:sldChg>
      <pc:sldChg chg="modSp add del mod">
        <pc:chgData name="Kunal Ghosh" userId="c7d400ffb3130a3a" providerId="LiveId" clId="{692C3EC6-B3C2-43D0-ADE5-E8296C5B605E}" dt="2025-01-24T05:22:09.124" v="2111" actId="47"/>
        <pc:sldMkLst>
          <pc:docMk/>
          <pc:sldMk cId="2786987040" sldId="316"/>
        </pc:sldMkLst>
        <pc:spChg chg="mod">
          <ac:chgData name="Kunal Ghosh" userId="c7d400ffb3130a3a" providerId="LiveId" clId="{692C3EC6-B3C2-43D0-ADE5-E8296C5B605E}" dt="2025-01-24T05:12:58.954" v="1889" actId="21"/>
          <ac:spMkLst>
            <pc:docMk/>
            <pc:sldMk cId="2786987040" sldId="316"/>
            <ac:spMk id="3" creationId="{1FC8B0E8-0460-3A25-0F87-832CFBF87DC3}"/>
          </ac:spMkLst>
        </pc:spChg>
        <pc:spChg chg="mod">
          <ac:chgData name="Kunal Ghosh" userId="c7d400ffb3130a3a" providerId="LiveId" clId="{692C3EC6-B3C2-43D0-ADE5-E8296C5B605E}" dt="2025-01-24T05:05:59.641" v="1795" actId="20577"/>
          <ac:spMkLst>
            <pc:docMk/>
            <pc:sldMk cId="2786987040" sldId="316"/>
            <ac:spMk id="4" creationId="{C204C39F-01D9-B639-8970-F4E742F0D9FA}"/>
          </ac:spMkLst>
        </pc:spChg>
      </pc:sldChg>
      <pc:sldChg chg="addSp delSp modSp add mod">
        <pc:chgData name="Kunal Ghosh" userId="c7d400ffb3130a3a" providerId="LiveId" clId="{692C3EC6-B3C2-43D0-ADE5-E8296C5B605E}" dt="2025-01-24T15:12:21.632" v="2765" actId="20577"/>
        <pc:sldMkLst>
          <pc:docMk/>
          <pc:sldMk cId="2503109505" sldId="317"/>
        </pc:sldMkLst>
        <pc:spChg chg="mod">
          <ac:chgData name="Kunal Ghosh" userId="c7d400ffb3130a3a" providerId="LiveId" clId="{692C3EC6-B3C2-43D0-ADE5-E8296C5B605E}" dt="2025-01-24T05:22:05.472" v="2110"/>
          <ac:spMkLst>
            <pc:docMk/>
            <pc:sldMk cId="2503109505" sldId="317"/>
            <ac:spMk id="2" creationId="{9BB4E483-6A0C-A274-676B-AD8A0466943D}"/>
          </ac:spMkLst>
        </pc:spChg>
        <pc:spChg chg="del mod">
          <ac:chgData name="Kunal Ghosh" userId="c7d400ffb3130a3a" providerId="LiveId" clId="{692C3EC6-B3C2-43D0-ADE5-E8296C5B605E}" dt="2025-01-24T05:12:07.511" v="1870" actId="478"/>
          <ac:spMkLst>
            <pc:docMk/>
            <pc:sldMk cId="2503109505" sldId="317"/>
            <ac:spMk id="3" creationId="{C4ECF791-B6B7-AACB-2104-C5423BD4C457}"/>
          </ac:spMkLst>
        </pc:spChg>
        <pc:spChg chg="mod">
          <ac:chgData name="Kunal Ghosh" userId="c7d400ffb3130a3a" providerId="LiveId" clId="{692C3EC6-B3C2-43D0-ADE5-E8296C5B605E}" dt="2025-01-24T05:22:04.042" v="2109" actId="21"/>
          <ac:spMkLst>
            <pc:docMk/>
            <pc:sldMk cId="2503109505" sldId="317"/>
            <ac:spMk id="4" creationId="{3BC7EEA1-68C9-30D0-DB62-162F3FF0781F}"/>
          </ac:spMkLst>
        </pc:spChg>
        <pc:graphicFrameChg chg="add mod">
          <ac:chgData name="Kunal Ghosh" userId="c7d400ffb3130a3a" providerId="LiveId" clId="{692C3EC6-B3C2-43D0-ADE5-E8296C5B605E}" dt="2025-01-24T15:11:53.989" v="2763"/>
          <ac:graphicFrameMkLst>
            <pc:docMk/>
            <pc:sldMk cId="2503109505" sldId="317"/>
            <ac:graphicFrameMk id="3" creationId="{2661219F-838F-5FDB-2FA4-F1D75A15D1F2}"/>
          </ac:graphicFrameMkLst>
        </pc:graphicFrameChg>
        <pc:graphicFrameChg chg="add mod modGraphic">
          <ac:chgData name="Kunal Ghosh" userId="c7d400ffb3130a3a" providerId="LiveId" clId="{692C3EC6-B3C2-43D0-ADE5-E8296C5B605E}" dt="2025-01-24T15:12:21.632" v="2765" actId="2057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addSp delSp modSp new mod chgLayout">
        <pc:chgData name="Kunal Ghosh" userId="c7d400ffb3130a3a" providerId="LiveId" clId="{692C3EC6-B3C2-43D0-ADE5-E8296C5B605E}" dt="2025-01-24T05:23:21.355" v="2122" actId="20577"/>
        <pc:sldMkLst>
          <pc:docMk/>
          <pc:sldMk cId="2235171186" sldId="318"/>
        </pc:sldMkLst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2" creationId="{2877D08A-5140-0D97-F009-0A4E5A8FF2D4}"/>
          </ac:spMkLst>
        </pc:spChg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3" creationId="{0244A891-EEC8-6C0E-9DFF-FC66339E08EE}"/>
          </ac:spMkLst>
        </pc:spChg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4" creationId="{F11E2A59-2537-1003-9D63-DF2A6C232298}"/>
          </ac:spMkLst>
        </pc:spChg>
        <pc:spChg chg="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5" creationId="{7282F2BE-E17A-18B2-EAAD-B01CCD9A7AF0}"/>
          </ac:spMkLst>
        </pc:spChg>
        <pc:spChg chg="add mod ord">
          <ac:chgData name="Kunal Ghosh" userId="c7d400ffb3130a3a" providerId="LiveId" clId="{692C3EC6-B3C2-43D0-ADE5-E8296C5B605E}" dt="2025-01-24T05:23:21.355" v="2122" actId="20577"/>
          <ac:spMkLst>
            <pc:docMk/>
            <pc:sldMk cId="2235171186" sldId="318"/>
            <ac:spMk id="6" creationId="{BD82E3CF-B6A4-E495-13C3-984CF16A168B}"/>
          </ac:spMkLst>
        </pc:spChg>
        <pc:spChg chg="add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7" creationId="{8D765DA2-3D00-B740-0365-574A3A016A2B}"/>
          </ac:spMkLst>
        </pc:spChg>
        <pc:spChg chg="add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8" creationId="{5309A94E-4E9C-4788-2376-36B6A394D431}"/>
          </ac:spMkLst>
        </pc:spChg>
      </pc:sldChg>
      <pc:sldChg chg="modSp add mod modAnim">
        <pc:chgData name="Kunal Ghosh" userId="c7d400ffb3130a3a" providerId="LiveId" clId="{692C3EC6-B3C2-43D0-ADE5-E8296C5B605E}" dt="2025-01-24T05:28:57.226" v="2271" actId="6549"/>
        <pc:sldMkLst>
          <pc:docMk/>
          <pc:sldMk cId="4123971144" sldId="319"/>
        </pc:sldMkLst>
        <pc:spChg chg="mod">
          <ac:chgData name="Kunal Ghosh" userId="c7d400ffb3130a3a" providerId="LiveId" clId="{692C3EC6-B3C2-43D0-ADE5-E8296C5B605E}" dt="2025-01-24T05:28:50.691" v="2270" actId="20577"/>
          <ac:spMkLst>
            <pc:docMk/>
            <pc:sldMk cId="4123971144" sldId="319"/>
            <ac:spMk id="2" creationId="{EBB215B5-4A09-C2F9-C4E9-818236355330}"/>
          </ac:spMkLst>
        </pc:spChg>
        <pc:spChg chg="mod">
          <ac:chgData name="Kunal Ghosh" userId="c7d400ffb3130a3a" providerId="LiveId" clId="{692C3EC6-B3C2-43D0-ADE5-E8296C5B605E}" dt="2025-01-24T05:28:57.226" v="2271" actId="6549"/>
          <ac:spMkLst>
            <pc:docMk/>
            <pc:sldMk cId="4123971144" sldId="319"/>
            <ac:spMk id="3" creationId="{3E18A8C8-3B5B-C6EC-B0B0-569EC4B26EBD}"/>
          </ac:spMkLst>
        </pc:spChg>
      </pc:sldChg>
      <pc:sldChg chg="addSp delSp modSp new mod modClrScheme chgLayout">
        <pc:chgData name="Kunal Ghosh" userId="c7d400ffb3130a3a" providerId="LiveId" clId="{692C3EC6-B3C2-43D0-ADE5-E8296C5B605E}" dt="2025-01-24T14:11:42.967" v="2512" actId="6549"/>
        <pc:sldMkLst>
          <pc:docMk/>
          <pc:sldMk cId="2426592814" sldId="320"/>
        </pc:sldMkLst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2" creationId="{592255C4-2A6F-6F93-89FB-C702263D8D24}"/>
          </ac:spMkLst>
        </pc:spChg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3" creationId="{4AB2F25C-06C7-CB89-7D6C-4A72699F516F}"/>
          </ac:spMkLst>
        </pc:spChg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4" creationId="{15079C0C-E178-E018-4CF4-7865EA9BB413}"/>
          </ac:spMkLst>
        </pc:spChg>
        <pc:spChg chg="mod ord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5" creationId="{C7FD9C99-5792-6313-C842-3CC9F2C9EAD6}"/>
          </ac:spMkLst>
        </pc:spChg>
        <pc:spChg chg="add del mod ord">
          <ac:chgData name="Kunal Ghosh" userId="c7d400ffb3130a3a" providerId="LiveId" clId="{692C3EC6-B3C2-43D0-ADE5-E8296C5B605E}" dt="2025-01-24T14:08:19.290" v="2374" actId="478"/>
          <ac:spMkLst>
            <pc:docMk/>
            <pc:sldMk cId="2426592814" sldId="320"/>
            <ac:spMk id="7" creationId="{80DD7BD6-7E70-309C-39A6-1FCA808DEBED}"/>
          </ac:spMkLst>
        </pc:spChg>
        <pc:graphicFrameChg chg="add mod modGraphic">
          <ac:chgData name="Kunal Ghosh" userId="c7d400ffb3130a3a" providerId="LiveId" clId="{692C3EC6-B3C2-43D0-ADE5-E8296C5B605E}" dt="2025-01-24T14:11:42.967" v="2512" actId="6549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  <pc:sldChg chg="modSp new mod">
        <pc:chgData name="Kunal Ghosh" userId="c7d400ffb3130a3a" providerId="LiveId" clId="{692C3EC6-B3C2-43D0-ADE5-E8296C5B605E}" dt="2025-01-24T14:13:15.182" v="2595" actId="404"/>
        <pc:sldMkLst>
          <pc:docMk/>
          <pc:sldMk cId="3126466637" sldId="321"/>
        </pc:sldMkLst>
        <pc:spChg chg="mod">
          <ac:chgData name="Kunal Ghosh" userId="c7d400ffb3130a3a" providerId="LiveId" clId="{692C3EC6-B3C2-43D0-ADE5-E8296C5B605E}" dt="2025-01-24T14:13:15.182" v="2595" actId="404"/>
          <ac:spMkLst>
            <pc:docMk/>
            <pc:sldMk cId="3126466637" sldId="321"/>
            <ac:spMk id="2" creationId="{F7A92ED5-6BED-BD29-95F7-F507D6FFF0D5}"/>
          </ac:spMkLst>
        </pc:spChg>
      </pc:sldChg>
    </pc:docChg>
  </pc:docChgLst>
  <pc:docChgLst>
    <pc:chgData name="Austin Watson" userId="S::watso364@purdue.edu::31d1fcba-90a4-421b-a347-1a85e1eed54a" providerId="AD" clId="Web-{78F8146C-43C1-2DB3-67E2-6338D228A5E9}"/>
    <pc:docChg chg="modSld">
      <pc:chgData name="Austin Watson" userId="S::watso364@purdue.edu::31d1fcba-90a4-421b-a347-1a85e1eed54a" providerId="AD" clId="Web-{78F8146C-43C1-2DB3-67E2-6338D228A5E9}" dt="2025-01-30T19:41:54.772" v="38"/>
      <pc:docMkLst>
        <pc:docMk/>
      </pc:docMkLst>
      <pc:sldChg chg="modNotes">
        <pc:chgData name="Austin Watson" userId="S::watso364@purdue.edu::31d1fcba-90a4-421b-a347-1a85e1eed54a" providerId="AD" clId="Web-{78F8146C-43C1-2DB3-67E2-6338D228A5E9}" dt="2025-01-30T19:41:54.772" v="38"/>
        <pc:sldMkLst>
          <pc:docMk/>
          <pc:sldMk cId="3035040294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Hello Everyone,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- This talk is about training a robot policy without starting with a physical robot.</a:t>
            </a:r>
          </a:p>
          <a:p>
            <a:pPr>
              <a:buNone/>
            </a:pPr>
            <a:r>
              <a:rPr lang="en-US" sz="1400" dirty="0"/>
              <a:t>- The goal is to understand the full workflow first, using free and accessible tools.</a:t>
            </a:r>
          </a:p>
          <a:p>
            <a:pPr>
              <a:buNone/>
            </a:pPr>
            <a:r>
              <a:rPr lang="en-US" sz="1400" dirty="0"/>
              <a:t>- I will walk through simulation, teleoperation, dataset creation, training, and inference.</a:t>
            </a:r>
          </a:p>
          <a:p>
            <a:pPr>
              <a:buNone/>
            </a:pPr>
            <a:r>
              <a:rPr lang="en-US" sz="1400" dirty="0"/>
              <a:t>- The main message is simple: simulation can teach the pipeline before robot hardware becomes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This is the usual robotics learning workflow.</a:t>
            </a:r>
          </a:p>
          <a:p>
            <a:pPr>
              <a:buNone/>
            </a:pPr>
            <a:r>
              <a:rPr lang="en-US" sz="1400" dirty="0"/>
              <a:t>- You first buy or provision a robot, add sensors, and set up controllers.</a:t>
            </a:r>
          </a:p>
          <a:p>
            <a:pPr>
              <a:buNone/>
            </a:pPr>
            <a:r>
              <a:rPr lang="en-US" sz="1400" dirty="0"/>
              <a:t>- Then a person teleoperates the robot to collect demonstrations.</a:t>
            </a:r>
          </a:p>
          <a:p>
            <a:pPr>
              <a:buNone/>
            </a:pPr>
            <a:r>
              <a:rPr lang="en-US" sz="1400" dirty="0"/>
              <a:t>- Those demonstrations become training data for a policy model.</a:t>
            </a:r>
          </a:p>
          <a:p>
            <a:pPr>
              <a:buNone/>
            </a:pPr>
            <a:r>
              <a:rPr lang="en-US" sz="1400" dirty="0"/>
              <a:t>- After deployment, failure cases are collected and used for more fine-tuning.</a:t>
            </a:r>
          </a:p>
          <a:p>
            <a:pPr>
              <a:buNone/>
            </a:pPr>
            <a:r>
              <a:rPr lang="en-US" sz="1400" dirty="0"/>
              <a:t>- The problem is that every step assumes robot hardware is available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457A-A83F-516E-12B2-33621A31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03880-34EA-BF7E-8B0D-3412970F5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66556-6B4E-13BC-47EB-38B733EF2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The hardware-first approach creates a real cost barrier.</a:t>
            </a:r>
          </a:p>
          <a:p>
            <a:pPr>
              <a:buNone/>
            </a:pPr>
            <a:r>
              <a:rPr lang="en-US" sz="1400" dirty="0"/>
              <a:t>- Even a simple robotic arm can feel like a big first investment for a beginner.</a:t>
            </a:r>
          </a:p>
          <a:p>
            <a:pPr>
              <a:buNone/>
            </a:pPr>
            <a:r>
              <a:rPr lang="en-US" sz="1400" dirty="0"/>
              <a:t>- That cost comes before the learner even understands data, training, inference or tradeoffs.</a:t>
            </a:r>
          </a:p>
          <a:p>
            <a:pPr>
              <a:buNone/>
            </a:pPr>
            <a:r>
              <a:rPr lang="en-US" sz="1400" dirty="0"/>
              <a:t>- So, the question becomes: can we learn the workflow before buying the first robot?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CC46-54F7-7AA0-D057-F9C3B99A5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87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74F3-2B6C-1EDE-CF9D-8AABB04F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9B697-6D52-25EC-655E-E6738EC21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C3068-18DC-04DB-12D0-D26C633D5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The approach here is to replace only the expensive physical parts.</a:t>
            </a:r>
          </a:p>
          <a:p>
            <a:pPr>
              <a:buNone/>
            </a:pPr>
            <a:r>
              <a:rPr lang="en-US" sz="1400"/>
              <a:t>- The physical robot becomes a virtual robot.</a:t>
            </a:r>
          </a:p>
          <a:p>
            <a:pPr>
              <a:buNone/>
            </a:pPr>
            <a:r>
              <a:rPr lang="en-US" sz="1400"/>
              <a:t>- The joystick becomes keyboard teleoperation.</a:t>
            </a:r>
          </a:p>
          <a:p>
            <a:pPr>
              <a:buNone/>
            </a:pPr>
            <a:r>
              <a:rPr lang="en-US" sz="1400"/>
              <a:t>- The physical environment becomes a MuJoCo simulation.</a:t>
            </a:r>
          </a:p>
          <a:p>
            <a:pPr>
              <a:buNone/>
            </a:pPr>
            <a:r>
              <a:rPr lang="en-US" sz="1400"/>
              <a:t>- The task is provided by LIBERO, so the objective is still structured and repeatable.</a:t>
            </a:r>
          </a:p>
          <a:p>
            <a:pPr>
              <a:buNone/>
            </a:pPr>
            <a:r>
              <a:rPr lang="en-US" sz="1400"/>
              <a:t>- Everything after that remains close to a real robot learning pipeline.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2DF7C-F345-EE8B-9206-438100268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77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5CDA-62B7-A108-C2F3-E89DDA82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11584-6E70-B147-3511-42B370284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C97CB-4BD2-22FE-FB57-6CDEC2F37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This is the end-to-end virtual pipeline I implemented.</a:t>
            </a:r>
          </a:p>
          <a:p>
            <a:pPr>
              <a:buNone/>
            </a:pPr>
            <a:r>
              <a:rPr lang="en-US" sz="1400"/>
              <a:t>- First, MuJoCo and LIBERO create the simulated robot task.</a:t>
            </a:r>
          </a:p>
          <a:p>
            <a:pPr>
              <a:buNone/>
            </a:pPr>
            <a:r>
              <a:rPr lang="en-US" sz="1400"/>
              <a:t>- Then keyboard teleoperation records demonstrations into HDF5 files.</a:t>
            </a:r>
          </a:p>
          <a:p>
            <a:pPr>
              <a:buNone/>
            </a:pPr>
            <a:r>
              <a:rPr lang="en-US" sz="1400"/>
              <a:t>- Those demos are converted into the LeRobot dataset format.</a:t>
            </a:r>
          </a:p>
          <a:p>
            <a:pPr>
              <a:buNone/>
            </a:pPr>
            <a:r>
              <a:rPr lang="en-US" sz="1400"/>
              <a:t>- The dataset is uploaded to Hugging Face for training reuse.</a:t>
            </a:r>
          </a:p>
          <a:p>
            <a:pPr>
              <a:buNone/>
            </a:pPr>
            <a:r>
              <a:rPr lang="en-US" sz="1400"/>
              <a:t>- SmolVLA is fine-tuned on Kaggle and pushed back as a model repository.</a:t>
            </a:r>
          </a:p>
          <a:p>
            <a:pPr>
              <a:buNone/>
            </a:pPr>
            <a:r>
              <a:rPr lang="en-US" sz="1400"/>
              <a:t>- Finally, the trained policy is downloaded locally and tested again in simulation.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59E6E-A4A6-603F-0E80-BC8A97296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96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B1972-528A-83D1-79FA-A5650A499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2C12B-3EAB-A2C0-20E3-FCC8D0B01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44CA6-000D-82EA-0F47-101E1AFFD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The virtual robot is the Franka Panda arm.</a:t>
            </a:r>
          </a:p>
          <a:p>
            <a:pPr>
              <a:buNone/>
            </a:pPr>
            <a:r>
              <a:rPr lang="en-US" sz="1400"/>
              <a:t>- It is a seven degree-of-freedom arm with a two-finger gripper.</a:t>
            </a:r>
          </a:p>
          <a:p>
            <a:pPr>
              <a:buNone/>
            </a:pPr>
            <a:r>
              <a:rPr lang="en-US" sz="1400"/>
              <a:t>- That makes it suitable for tabletop manipulation tasks like pick and place.</a:t>
            </a:r>
          </a:p>
          <a:p>
            <a:pPr>
              <a:buNone/>
            </a:pPr>
            <a:r>
              <a:rPr lang="en-US" sz="1400"/>
              <a:t>- In the code, the teleoperation script defaults to the Panda robot and OSC pose control.</a:t>
            </a:r>
          </a:p>
          <a:p>
            <a:pPr>
              <a:buNone/>
            </a:pPr>
            <a:r>
              <a:rPr lang="en-US" sz="1400"/>
              <a:t>- Keyboard controls move the end effector and toggle the gripper during data collection.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44067-5D18-53F0-034F-F727ABC07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86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This slide shows the simulated task environment.</a:t>
            </a:r>
          </a:p>
          <a:p>
            <a:pPr>
              <a:buNone/>
            </a:pPr>
            <a:r>
              <a:rPr lang="en-US" sz="1400" dirty="0"/>
              <a:t>- MuJoCo handles dynamics, contacts, joint motion, and real-time interaction.</a:t>
            </a:r>
          </a:p>
          <a:p>
            <a:pPr>
              <a:buNone/>
            </a:pPr>
            <a:r>
              <a:rPr lang="en-US" sz="1400" dirty="0"/>
              <a:t>- LIBERO defines the task, initial states, object layout, and success condition.</a:t>
            </a:r>
          </a:p>
          <a:p>
            <a:pPr>
              <a:buNone/>
            </a:pPr>
            <a:r>
              <a:rPr lang="en-US" sz="1400" dirty="0"/>
              <a:t>- For Task 0, the goal is to pick up a mug and place it on a plate.</a:t>
            </a:r>
          </a:p>
          <a:p>
            <a:pPr>
              <a:buNone/>
            </a:pPr>
            <a:r>
              <a:rPr lang="en-US" sz="1400" dirty="0"/>
              <a:t>- The implementation uses the native MuJoCo viewer because it was more reliable for live inspection.</a:t>
            </a:r>
          </a:p>
          <a:p>
            <a:pPr>
              <a:buNone/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/>
              <a:t>Open PowerShell, then paste below</a:t>
            </a: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dirty="0" err="1"/>
              <a:t>wsl</a:t>
            </a:r>
            <a:r>
              <a:rPr lang="en-IN" sz="1400" dirty="0"/>
              <a:t> -d Ubuntu -- bash -lc "/home/</a:t>
            </a:r>
            <a:r>
              <a:rPr lang="en-IN" sz="1400" dirty="0" err="1"/>
              <a:t>kgaer</a:t>
            </a:r>
            <a:r>
              <a:rPr lang="en-IN" sz="1400" dirty="0"/>
              <a:t>/robotics/run_teleop_libero_task0.sh"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00A8-DC11-5449-41EB-D287E9CA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B66B6-D08E-0FB9-4778-31CB0EF53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871CD-A253-B165-145F-002961B2A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The local inference setup ran on a normal Windows desktop with WSL2.</a:t>
            </a:r>
          </a:p>
          <a:p>
            <a:pPr>
              <a:buNone/>
            </a:pPr>
            <a:r>
              <a:rPr lang="en-US" sz="1400"/>
              <a:t>- The machine had an RTX 3050 with 4 GB of VRAM.</a:t>
            </a:r>
          </a:p>
          <a:p>
            <a:pPr>
              <a:buNone/>
            </a:pPr>
            <a:r>
              <a:rPr lang="en-US" sz="1400"/>
              <a:t>- That was enough for simulation, data collection, and early inference checks.</a:t>
            </a:r>
          </a:p>
          <a:p>
            <a:pPr>
              <a:buNone/>
            </a:pPr>
            <a:r>
              <a:rPr lang="en-US" sz="1400"/>
              <a:t>- The local scripts use CUDA for the policy and MuJoCo GL settings for rendering.</a:t>
            </a:r>
          </a:p>
          <a:p>
            <a:pPr>
              <a:buNone/>
            </a:pPr>
            <a:r>
              <a:rPr lang="en-US" sz="1400"/>
              <a:t>- This matters because the entry point does not require specialized robotics hardware.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0B654-71E2-DEB5-B658-7DD7961F7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1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This is the teleoperation dataset created from LIBERO Task 0 demos.</a:t>
            </a:r>
          </a:p>
          <a:p>
            <a:pPr>
              <a:buNone/>
            </a:pPr>
            <a:r>
              <a:rPr lang="en-US" sz="1400" dirty="0"/>
              <a:t>- The </a:t>
            </a:r>
            <a:r>
              <a:rPr lang="en-US" sz="1400" dirty="0" err="1"/>
              <a:t>teleop</a:t>
            </a:r>
            <a:r>
              <a:rPr lang="en-US" sz="1400" dirty="0"/>
              <a:t> script saves successful episodes into HDF5.</a:t>
            </a:r>
          </a:p>
          <a:p>
            <a:pPr>
              <a:buNone/>
            </a:pPr>
            <a:r>
              <a:rPr lang="en-US" sz="1400" dirty="0"/>
              <a:t>- A second script adds image observations and converts the data into LeRobot format.</a:t>
            </a:r>
          </a:p>
          <a:p>
            <a:pPr>
              <a:buNone/>
            </a:pPr>
            <a:r>
              <a:rPr lang="en-US" sz="1400" dirty="0"/>
              <a:t>- One episode produced about one thousand records and roughly 235 MB of data.</a:t>
            </a:r>
          </a:p>
          <a:p>
            <a:pPr>
              <a:buNone/>
            </a:pPr>
            <a:r>
              <a:rPr lang="en-US" sz="1400" dirty="0"/>
              <a:t>- The practical issue is speed: about two minutes for </a:t>
            </a:r>
            <a:r>
              <a:rPr lang="en-US" sz="1400" dirty="0" err="1"/>
              <a:t>teleop</a:t>
            </a:r>
            <a:r>
              <a:rPr lang="en-US" sz="1400" dirty="0"/>
              <a:t> and about ten minutes for conversion and upload.</a:t>
            </a:r>
          </a:p>
          <a:p>
            <a:pPr>
              <a:buNone/>
            </a:pPr>
            <a:r>
              <a:rPr lang="en-US" sz="1400" dirty="0"/>
              <a:t>- So manual teleoperation is useful for validating the pipeline, but it does not scale well for training data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2F28-3727-BB9B-339D-F23DFED4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DB0A9-F882-55D4-CD41-3DE5D7B51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BA7DB-37E8-2F67-070D-C43A18E05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For actual fine-tuning, a larger dataset became necessary.</a:t>
            </a:r>
          </a:p>
          <a:p>
            <a:pPr>
              <a:buNone/>
            </a:pPr>
            <a:r>
              <a:rPr lang="en-US" sz="1400" dirty="0"/>
              <a:t>- The manually collected dataset was too small to train a reliable policy.</a:t>
            </a:r>
          </a:p>
          <a:p>
            <a:pPr>
              <a:buNone/>
            </a:pPr>
            <a:r>
              <a:rPr lang="en-US" sz="1400" dirty="0"/>
              <a:t>- The experiment used </a:t>
            </a:r>
            <a:r>
              <a:rPr lang="en-US" sz="1400" dirty="0" err="1"/>
              <a:t>HuggingFaceVLA</a:t>
            </a:r>
            <a:r>
              <a:rPr lang="en-US" sz="1400" dirty="0"/>
              <a:t> slash libero as the larger public training source.</a:t>
            </a:r>
          </a:p>
          <a:p>
            <a:pPr>
              <a:buNone/>
            </a:pPr>
            <a:r>
              <a:rPr lang="en-US" sz="1400" dirty="0"/>
              <a:t>- The Kaggle notebook for training uses a LeRobot LIBERO image dataset for the quick multi-GPU run.</a:t>
            </a:r>
          </a:p>
          <a:p>
            <a:pPr>
              <a:buNone/>
            </a:pPr>
            <a:r>
              <a:rPr lang="en-US" sz="1400" dirty="0"/>
              <a:t>- The key point is that public datasets with large size become important very quickly once training begins as data generation with teleoperation is difficult to scale.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469F-C0AE-8EFD-3F77-FA15AF357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64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D87F-3D7B-2730-A05E-580DE6A8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2681F-0546-0195-098E-701CBED77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FCE7D-FDD7-2619-FB06-DB3C82B3D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The policy model used here is SmolVLA of 450M parameters.</a:t>
            </a:r>
          </a:p>
          <a:p>
            <a:pPr>
              <a:buNone/>
            </a:pPr>
            <a:r>
              <a:rPr lang="en-US" sz="1400" dirty="0"/>
              <a:t>- SmolVLA is a compact vision-language-action model for robot policies.</a:t>
            </a:r>
          </a:p>
          <a:p>
            <a:pPr>
              <a:buNone/>
            </a:pPr>
            <a:r>
              <a:rPr lang="en-US" sz="1400" dirty="0"/>
              <a:t>- It takes observations and task context, then predicts the next robot action.</a:t>
            </a:r>
          </a:p>
          <a:p>
            <a:pPr>
              <a:buNone/>
            </a:pPr>
            <a:r>
              <a:rPr lang="en-US" sz="1400" dirty="0"/>
              <a:t>- That makes it a good fit for behavior cloning from demonstrations.</a:t>
            </a:r>
          </a:p>
          <a:p>
            <a:pPr>
              <a:buNone/>
            </a:pPr>
            <a:r>
              <a:rPr lang="en-US" sz="1400" dirty="0"/>
              <a:t>- The base checkpoint is </a:t>
            </a:r>
            <a:r>
              <a:rPr lang="en-US" sz="1400" dirty="0" err="1"/>
              <a:t>lerobot</a:t>
            </a:r>
            <a:r>
              <a:rPr lang="en-US" sz="1400" dirty="0"/>
              <a:t> slash </a:t>
            </a:r>
            <a:r>
              <a:rPr lang="en-US" sz="1400" dirty="0" err="1"/>
              <a:t>smolvla_base</a:t>
            </a:r>
            <a:r>
              <a:rPr lang="en-US" sz="1400" dirty="0"/>
              <a:t> on Hugging 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AEB58-2E9C-8682-317B-C1FC7B846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8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Training was done in a Kaggle notebook using the LeRobot training command.</a:t>
            </a:r>
          </a:p>
          <a:p>
            <a:pPr>
              <a:buNone/>
            </a:pPr>
            <a:r>
              <a:rPr lang="en-US" sz="1400"/>
              <a:t>- The notebook detects the number of GPUs and uses accelerate for multi-GPU training.</a:t>
            </a:r>
          </a:p>
          <a:p>
            <a:pPr>
              <a:buNone/>
            </a:pPr>
            <a:r>
              <a:rPr lang="en-US" sz="1400"/>
              <a:t>- It starts from lerobot slash smolvla_base instead of training from scratch.</a:t>
            </a:r>
          </a:p>
          <a:p>
            <a:pPr>
              <a:buNone/>
            </a:pPr>
            <a:r>
              <a:rPr lang="en-US" sz="1400"/>
              <a:t>- Mixed precision fp16 helps reduce memory pressure on T4 GPUs.</a:t>
            </a:r>
          </a:p>
          <a:p>
            <a:pPr>
              <a:buNone/>
            </a:pPr>
            <a:r>
              <a:rPr lang="en-US" sz="1400"/>
              <a:t>- The rename map fixes camera key mismatches between the dataset and the model.</a:t>
            </a:r>
          </a:p>
          <a:p>
            <a:pPr>
              <a:buNone/>
            </a:pPr>
            <a:r>
              <a:rPr lang="en-US" sz="1400"/>
              <a:t>- The push-to-hub flag publishes checkpoints directly to Hugging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This is the trained model repository produced by the Kaggle run.</a:t>
            </a:r>
          </a:p>
          <a:p>
            <a:pPr>
              <a:buNone/>
            </a:pPr>
            <a:r>
              <a:rPr lang="en-US" sz="1400"/>
              <a:t>- Publishing the model confirms that the training stage completed and produced reusable artifacts.</a:t>
            </a:r>
          </a:p>
          <a:p>
            <a:pPr>
              <a:buNone/>
            </a:pPr>
            <a:r>
              <a:rPr lang="en-US" sz="1400"/>
              <a:t>- The local test script can download this model and run it in the LIBERO simulation.</a:t>
            </a:r>
          </a:p>
          <a:p>
            <a:pPr>
              <a:buNone/>
            </a:pPr>
            <a:r>
              <a:rPr lang="en-US" sz="1400"/>
              <a:t>- In practice, this model validated the workflow, but its task performance was still limited.</a:t>
            </a:r>
          </a:p>
          <a:p>
            <a:pPr>
              <a:buNone/>
            </a:pPr>
            <a:r>
              <a:rPr lang="en-US" sz="1400"/>
              <a:t>- That distinction is important: a working pipeline is not the same as a strong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18C9C-67D9-223E-9194-0E642E3EF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0DDC0-41FC-722B-91F0-73A055AF1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C8B22-0EB1-B891-8794-F1C882B9B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For the strongest local inference result, I used the Hugging Face LIBERO-trained SmolVLA policy.</a:t>
            </a:r>
          </a:p>
          <a:p>
            <a:pPr>
              <a:buNone/>
            </a:pPr>
            <a:r>
              <a:rPr lang="en-US" sz="1400" dirty="0"/>
              <a:t>- The local run script downloads the policy into the policies folder.</a:t>
            </a:r>
          </a:p>
          <a:p>
            <a:pPr>
              <a:buNone/>
            </a:pPr>
            <a:r>
              <a:rPr lang="en-US" sz="1400" dirty="0"/>
              <a:t>- The live inference script loads the policy, creates a LIBERO task 0 environment, and predicts actions step by step.</a:t>
            </a:r>
          </a:p>
          <a:p>
            <a:pPr>
              <a:buNone/>
            </a:pPr>
            <a:r>
              <a:rPr lang="en-US" sz="1400" dirty="0"/>
              <a:t>- It also applies observation renaming from the policy config when needed.</a:t>
            </a:r>
          </a:p>
          <a:p>
            <a:pPr>
              <a:buNone/>
            </a:pPr>
            <a:r>
              <a:rPr lang="en-US" sz="1400" dirty="0"/>
              <a:t>- The run writes both an MP4 rollout and a JSON summary for verification.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Open PowerShell, then paste below</a:t>
            </a:r>
          </a:p>
          <a:p>
            <a:pPr>
              <a:buNone/>
            </a:pPr>
            <a:r>
              <a:rPr lang="en-US" sz="1400" dirty="0" err="1"/>
              <a:t>wsl</a:t>
            </a:r>
            <a:r>
              <a:rPr lang="en-US" sz="1400" dirty="0"/>
              <a:t> -d Ubuntu -- bash -lc "/home/</a:t>
            </a:r>
            <a:r>
              <a:rPr lang="en-US" sz="1400" dirty="0" err="1"/>
              <a:t>kgaer</a:t>
            </a:r>
            <a:r>
              <a:rPr lang="en-US" sz="1400" dirty="0"/>
              <a:t>/robotics/</a:t>
            </a:r>
            <a:r>
              <a:rPr lang="en-US" sz="1400" dirty="0" err="1"/>
              <a:t>libero_smolvla_eval</a:t>
            </a:r>
            <a:r>
              <a:rPr lang="en-US" sz="1400" dirty="0"/>
              <a:t>/run_libero_smolvla_live.sh"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584A7-35E5-4BF2-AB38-DE3293AAC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05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C1AF-DDFB-A517-CF07-ABA7273F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380FE-C772-4858-8F0D-00CFA73A6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03E8C-0CAF-AEFC-C0EE-896D3A5D1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A few practical problems came up during implementation.</a:t>
            </a:r>
          </a:p>
          <a:p>
            <a:pPr>
              <a:buNone/>
            </a:pPr>
            <a:r>
              <a:rPr lang="en-US" sz="1400"/>
              <a:t>- Rendering was unstable with some viewer paths, so the workflow moved toward the native MuJoCo viewer.</a:t>
            </a:r>
          </a:p>
          <a:p>
            <a:pPr>
              <a:buNone/>
            </a:pPr>
            <a:r>
              <a:rPr lang="en-US" sz="1400"/>
              <a:t>- Inference was too slow until action chunking was increased with n_action_steps set to 10.</a:t>
            </a:r>
          </a:p>
          <a:p>
            <a:pPr>
              <a:buNone/>
            </a:pPr>
            <a:r>
              <a:rPr lang="en-US" sz="1400"/>
              <a:t>- Large dataset uploads were more reliable with upload_large_folder than the standard upload call.</a:t>
            </a:r>
          </a:p>
          <a:p>
            <a:pPr>
              <a:buNone/>
            </a:pPr>
            <a:r>
              <a:rPr lang="en-US" sz="1400"/>
              <a:t>- Small-task training did not solve inference, so a larger LIBERO-trained policy worked better.</a:t>
            </a:r>
          </a:p>
          <a:p>
            <a:pPr>
              <a:buNone/>
            </a:pPr>
            <a:r>
              <a:rPr lang="en-US" sz="1400"/>
              <a:t>- Kaggle also needed explicit multi-GPU settings to use both available GPUs.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6CADD-E547-3B80-9CF0-1A3A4628C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95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6E78-678F-C8E3-0A8F-8FA065F1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0DEF9-0E24-51C2-B3DD-7B0B75BD2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8176C-8FD7-844A-547C-EBE5A908B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/>
              <a:t>- The biggest lesson is that data scale controls policy quality.</a:t>
            </a:r>
          </a:p>
          <a:p>
            <a:pPr>
              <a:buNone/>
            </a:pPr>
            <a:r>
              <a:rPr lang="en-US" sz="1400" dirty="0"/>
              <a:t>- Small and medium datasets can validate the pipeline, but they may not produce robust success.</a:t>
            </a:r>
          </a:p>
          <a:p>
            <a:pPr>
              <a:buNone/>
            </a:pPr>
            <a:r>
              <a:rPr lang="en-US" sz="1400" dirty="0"/>
              <a:t>- Manual teleoperation is especially hard to scale because each episode takes time and creates large files.</a:t>
            </a:r>
          </a:p>
          <a:p>
            <a:pPr>
              <a:buNone/>
            </a:pPr>
            <a:r>
              <a:rPr lang="en-US" sz="1400" dirty="0"/>
              <a:t>- Public datasets become necessary much earlier than expected.</a:t>
            </a:r>
          </a:p>
          <a:p>
            <a:pPr>
              <a:buNone/>
            </a:pPr>
            <a:r>
              <a:rPr lang="en-US" sz="1400" dirty="0"/>
              <a:t>- There is also limited low-memory tooling for VLA training compared with some LLM workflows.</a:t>
            </a:r>
          </a:p>
          <a:p>
            <a:pPr>
              <a:buNone/>
            </a:pPr>
            <a:r>
              <a:rPr lang="en-US" sz="1400" dirty="0"/>
              <a:t>- So, simulation lowers the entry barrier, but it does not remove the data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C4730-30F5-114C-6EB5-52A3E3BFE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48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Thank you for listening.</a:t>
            </a:r>
          </a:p>
          <a:p>
            <a:pPr>
              <a:buNone/>
            </a:pPr>
            <a:r>
              <a:rPr lang="en-US" sz="1400"/>
              <a:t>- The takeaway is that beginners can learn the full robot policy pipeline before buying hardware.</a:t>
            </a:r>
          </a:p>
          <a:p>
            <a:pPr>
              <a:buNone/>
            </a:pPr>
            <a:r>
              <a:rPr lang="en-US" sz="1400"/>
              <a:t>- Simulation is a practical starting point for data collection, training, publishing, and inference.</a:t>
            </a:r>
          </a:p>
          <a:p>
            <a:pPr>
              <a:buNone/>
            </a:pPr>
            <a:r>
              <a:rPr lang="en-US" sz="1400"/>
              <a:t>- But for reliable robot behavior, the next challenge is collecting or accessing much larger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9219-3F11-6A23-661E-328F3DCA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FC972-636E-CC99-6C1A-A9C3F89DA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5966E-E107-929F-F761-6B4C61A02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This is a reference for the LeRobot dataset structure.</a:t>
            </a:r>
          </a:p>
          <a:p>
            <a:pPr>
              <a:buNone/>
            </a:pPr>
            <a:r>
              <a:rPr lang="en-US" sz="1400"/>
              <a:t>- It is useful for understanding how episodes, observations, actions, and metadata are organized.</a:t>
            </a:r>
          </a:p>
          <a:p>
            <a:pPr>
              <a:buNone/>
            </a:pPr>
            <a:r>
              <a:rPr lang="en-US" sz="1400"/>
              <a:t>- In this project, the conversion script writes a LeRobot-compatible dataset from HDF5 demos.</a:t>
            </a:r>
          </a:p>
          <a:p>
            <a:pPr>
              <a:buNone/>
            </a:pPr>
            <a:r>
              <a:rPr lang="en-US" sz="1400"/>
              <a:t>- The goal is to avoid inventing a custom robotics dataset format from scratch.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A2BE5-183F-455B-624C-EFC28412D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03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DE6C-CC3B-24C0-9E3E-92B7B07F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F2D46-81A7-FE95-6F57-A36B1C774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4E643-F4BC-0393-E97C-016053C76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This reference gives additional context for the Franka Panda robot.</a:t>
            </a:r>
          </a:p>
          <a:p>
            <a:pPr>
              <a:buNone/>
            </a:pPr>
            <a:r>
              <a:rPr lang="en-US" sz="1400"/>
              <a:t>- The Panda arm is widely used for research-style tabletop manipulation tasks.</a:t>
            </a:r>
          </a:p>
          <a:p>
            <a:pPr>
              <a:buNone/>
            </a:pPr>
            <a:r>
              <a:rPr lang="en-US" sz="1400"/>
              <a:t>- In this project, the physical robot is not used directly.</a:t>
            </a:r>
          </a:p>
          <a:p>
            <a:pPr>
              <a:buNone/>
            </a:pPr>
            <a:r>
              <a:rPr lang="en-US" sz="1400"/>
              <a:t>- Its simulated version provides the robot platform for LIBERO Task 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70548-90F9-4013-5F64-07AD21E24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39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9F210-0151-2277-A5F9-D3BC4D84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8C285-97DC-8BDC-2219-4DCD6DFAC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7E846-69B9-BBF6-30B1-87D64358B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This second Panda reference slide supports the robot hardware background.</a:t>
            </a:r>
          </a:p>
          <a:p>
            <a:pPr>
              <a:buNone/>
            </a:pPr>
            <a:r>
              <a:rPr lang="en-US" sz="1400"/>
              <a:t>- It helps connect the virtual setup to a real robotic arm design.</a:t>
            </a:r>
          </a:p>
          <a:p>
            <a:pPr>
              <a:buNone/>
            </a:pPr>
            <a:r>
              <a:rPr lang="en-US" sz="1400"/>
              <a:t>- That connection is useful because the simulated workflow still mirrors a real robot policy workflow.</a:t>
            </a:r>
          </a:p>
          <a:p>
            <a:pPr>
              <a:buNone/>
            </a:pPr>
            <a:r>
              <a:rPr lang="en-US" sz="1400"/>
              <a:t>- The important point is that the learning pipeline can begin before the physical robot is purchased.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FB909-5883-195D-C961-B16261E66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22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DB0F-CAA2-9D3D-F14D-1FFD27FC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EB784-E0E2-3130-6A41-6F3D2B727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5C8D0-6120-3EEE-57CB-BA33B82DE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This is the LIBERO reference used for the simulation environment.</a:t>
            </a:r>
          </a:p>
          <a:p>
            <a:pPr>
              <a:buNone/>
            </a:pPr>
            <a:r>
              <a:rPr lang="en-US" sz="1400"/>
              <a:t>- LIBERO provides benchmark tasks, object layouts, initial states, and language goals.</a:t>
            </a:r>
          </a:p>
          <a:p>
            <a:pPr>
              <a:buNone/>
            </a:pPr>
            <a:r>
              <a:rPr lang="en-US" sz="1400"/>
              <a:t>- The code uses libero_spatial and task id zero for the mug-to-plate task.</a:t>
            </a:r>
          </a:p>
          <a:p>
            <a:pPr>
              <a:buNone/>
            </a:pPr>
            <a:r>
              <a:rPr lang="en-US" sz="1400"/>
              <a:t>- That keeps data collection and inference focused on a repeatable objective.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6134-79FF-A85F-7F44-051F21625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50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57132-036D-C362-9DBA-D89786C1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9FF54-1FBC-F0CD-B1F4-9EE526E6F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A9F8B-8D2D-86B2-B4CE-85AC6F6C1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400"/>
              <a:t>- These are references for SmolVLA and the Hugging Face robot learning tutorial.</a:t>
            </a:r>
          </a:p>
          <a:p>
            <a:pPr>
              <a:buNone/>
            </a:pPr>
            <a:r>
              <a:rPr lang="en-US" sz="1400"/>
              <a:t>- They explain the model family and the broader LeRobot training workflow.</a:t>
            </a:r>
          </a:p>
          <a:p>
            <a:pPr>
              <a:buNone/>
            </a:pPr>
            <a:r>
              <a:rPr lang="en-US" sz="1400"/>
              <a:t>- In this project, SmolVLA is the policy model used for fine-tuning and inference.</a:t>
            </a:r>
          </a:p>
          <a:p>
            <a:pPr>
              <a:buNone/>
            </a:pPr>
            <a:r>
              <a:rPr lang="en-US" sz="1400"/>
              <a:t>- The tutorial is the best starting point for reproducing the training command and model setup.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D0E32-154B-3FAF-3A1F-BF27BE2E7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0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4"/>
            <a:ext cx="12192000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79F75A-CC7F-0156-FBEA-7AFDE5FD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097E4-2930-9D48-A5CE-AF00B0E70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71BFAC-9DDD-7E29-716C-4E627DE4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501C3-2A4B-0682-86F9-ADE24EC9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5F1A-9BA7-F65D-775E-2A1B983E53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9323E-BACA-0B7A-9E9F-89AD4E3343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B0E4F-0D1F-EA8F-1357-B6B9069694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B9F8C-827B-9FF4-8ED9-94B8408252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A746C-74C4-5932-427A-31197558E4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D343-4F7E-84C3-CD08-673F2FE5F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B1EA-1D6F-289D-FACB-9040F171A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B4851-011B-C9F1-B12A-2265ABEC75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516F-C8C7-9666-D863-2EEAB76C8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214780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214780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1E05-E2FD-7748-8B57-EC9C68C6891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B7A1A-70E9-2FE4-C6F5-83B077FA0A3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B5882-2267-1630-20F3-B4AD242C878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60CCDA-D884-EB50-0B9C-1003FDB397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E94D6C-2E61-91FC-DA54-8FB71DE93C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1943" y="204322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56D1137-A56F-85A2-FEB3-FEBA9D3C86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721" y="204322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26B9638-0AB1-0F11-EA67-211E598673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37240" y="204067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AD88-FE01-5097-473B-0D0ED2D85A4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CB0B28-EB34-B935-AE4A-7CE9E433691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AFDB1-12D2-1D31-D510-3BCAF0C50B2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7745F7-8908-BBA2-2D4D-7A215D38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92463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22CF03-CCE7-F9C6-26FF-C319D409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35C51E-B187-34DE-A75E-C3E52E200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7465A6-B511-E9E2-A73A-9DADDEB2121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t" latinLnBrk="0" hangingPunct="1">
        <a:lnSpc>
          <a:spcPct val="90000"/>
        </a:lnSpc>
        <a:spcBef>
          <a:spcPct val="0"/>
        </a:spcBef>
        <a:buNone/>
        <a:defRPr lang="en-US" sz="4800" b="0" i="1" kern="1200" cap="none" baseline="0" dirty="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5" Type="http://schemas.openxmlformats.org/officeDocument/2006/relationships/image" Target="../media/image19.png"/><Relationship Id="rId4" Type="http://schemas.openxmlformats.org/officeDocument/2006/relationships/hyperlink" Target="https://huggingface.co/HuggingFaceVLA/smolvla_libero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huggingface.co/spaces/lerobot/robot-learning-tutoria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13" y="1488037"/>
            <a:ext cx="10551381" cy="2870421"/>
          </a:xfrm>
        </p:spPr>
        <p:txBody>
          <a:bodyPr/>
          <a:lstStyle/>
          <a:p>
            <a:pPr algn="ctr"/>
            <a:r>
              <a:rPr lang="en-US" sz="6000" dirty="0"/>
              <a:t>Robot policy training Pipeline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5384" y="4709786"/>
            <a:ext cx="4814536" cy="5619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Kunal Ghosh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172"/>
    </mc:Choice>
    <mc:Fallback xmlns="">
      <p:transition advTm="91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7E03-5607-C286-502F-896BDDE9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64" y="112735"/>
            <a:ext cx="8183374" cy="64079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Physical - Robot Policy Training Pipeline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BB108-E67D-2676-75B8-2D4B64BF5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4067" y="945598"/>
            <a:ext cx="5731933" cy="5346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Provision Physical Robot First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Setup Robot with sensors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Teleoperate to gather data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Create Training Data for this specific Robot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Fine Tune Robot Policy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Deploy on Trained Policy on Real Robot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Gather failure dataset and retrain iteratively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1141D-C521-AFF8-5B35-7D924E6C4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026" y="753533"/>
            <a:ext cx="5838600" cy="57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504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103"/>
    </mc:Choice>
    <mc:Fallback xmlns="">
      <p:transition advTm="161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3597-38A3-9271-B334-E6C0D00E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A8CB-081D-CE0D-7A70-F5DD1FD8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71" y="69335"/>
            <a:ext cx="6795370" cy="640798"/>
          </a:xfrm>
        </p:spPr>
        <p:txBody>
          <a:bodyPr>
            <a:normAutofit/>
          </a:bodyPr>
          <a:lstStyle/>
          <a:p>
            <a:r>
              <a:rPr lang="en-US" b="1" dirty="0"/>
              <a:t>Physical  Robot - Price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FF0833-4DFD-D86F-15AE-1C4E87F7AF35}"/>
              </a:ext>
            </a:extLst>
          </p:cNvPr>
          <p:cNvSpPr txBox="1"/>
          <p:nvPr/>
        </p:nvSpPr>
        <p:spPr>
          <a:xfrm>
            <a:off x="-23190" y="6534834"/>
            <a:ext cx="53836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https://www.amazon.com/Robotic-Arm-Kit-Servo-Motors/dp/B0FH8CPXP7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88A6D8-1288-F126-7F2F-1FB873BB0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462" y="632556"/>
            <a:ext cx="9832538" cy="59798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100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103"/>
    </mc:Choice>
    <mc:Fallback xmlns="">
      <p:transition advTm="161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5E4E-D9CF-5C82-5DA7-DFC0B3A7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92EB4-5C4E-42C6-82CB-A8B7CFB4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71" y="69334"/>
            <a:ext cx="8487442" cy="845065"/>
          </a:xfrm>
        </p:spPr>
        <p:txBody>
          <a:bodyPr>
            <a:normAutofit/>
          </a:bodyPr>
          <a:lstStyle/>
          <a:p>
            <a:r>
              <a:rPr lang="en-US" sz="3600" b="1" dirty="0"/>
              <a:t>Physical Robot – Substitution for Cost Control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0928A-9015-90F6-4C83-D50ACBE993EA}"/>
              </a:ext>
            </a:extLst>
          </p:cNvPr>
          <p:cNvSpPr txBox="1"/>
          <p:nvPr/>
        </p:nvSpPr>
        <p:spPr>
          <a:xfrm>
            <a:off x="-23190" y="6534834"/>
            <a:ext cx="53836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https://huggingface.co/docs/lerobot/libero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F0C744D-9958-6A48-72A2-DB67627B3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758097"/>
              </p:ext>
            </p:extLst>
          </p:nvPr>
        </p:nvGraphicFramePr>
        <p:xfrm>
          <a:off x="523462" y="1076112"/>
          <a:ext cx="10356574" cy="4224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4731">
                  <a:extLst>
                    <a:ext uri="{9D8B030D-6E8A-4147-A177-3AD203B41FA5}">
                      <a16:colId xmlns:a16="http://schemas.microsoft.com/office/drawing/2014/main" val="4262997490"/>
                    </a:ext>
                  </a:extLst>
                </a:gridCol>
                <a:gridCol w="5371843">
                  <a:extLst>
                    <a:ext uri="{9D8B030D-6E8A-4147-A177-3AD203B41FA5}">
                      <a16:colId xmlns:a16="http://schemas.microsoft.com/office/drawing/2014/main" val="3794385307"/>
                    </a:ext>
                  </a:extLst>
                </a:gridCol>
              </a:tblGrid>
              <a:tr h="69248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973630"/>
                  </a:ext>
                </a:extLst>
              </a:tr>
              <a:tr h="692480">
                <a:tc>
                  <a:txBody>
                    <a:bodyPr/>
                    <a:lstStyle/>
                    <a:p>
                      <a:r>
                        <a:rPr lang="en-IN" sz="2400" dirty="0"/>
                        <a:t>Physical robot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Virtual robot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397551"/>
                  </a:ext>
                </a:extLst>
              </a:tr>
              <a:tr h="692480">
                <a:tc>
                  <a:txBody>
                    <a:bodyPr/>
                    <a:lstStyle/>
                    <a:p>
                      <a:r>
                        <a:rPr lang="en-IN" sz="2400" dirty="0"/>
                        <a:t>Joystick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Keyboard teleoperation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496125"/>
                  </a:ext>
                </a:extLst>
              </a:tr>
              <a:tr h="692480">
                <a:tc>
                  <a:txBody>
                    <a:bodyPr/>
                    <a:lstStyle/>
                    <a:p>
                      <a:r>
                        <a:rPr lang="en-IN" sz="2400" dirty="0"/>
                        <a:t>Physical environment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MuJoCo simulator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34940"/>
                  </a:ext>
                </a:extLst>
              </a:tr>
              <a:tr h="1454838">
                <a:tc>
                  <a:txBody>
                    <a:bodyPr/>
                    <a:lstStyle/>
                    <a:p>
                      <a:r>
                        <a:rPr lang="en-IN" sz="2400" dirty="0"/>
                        <a:t>Physical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LIBERO</a:t>
                      </a:r>
                    </a:p>
                    <a:p>
                      <a:endParaRPr lang="en-IN" sz="2400" dirty="0"/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US" sz="1400" dirty="0"/>
                        <a:t>A Lifelong Robot Learning Benchmark to Study Knowledge Transfer in Decision-Making and Robotics at Scale</a:t>
                      </a:r>
                      <a:r>
                        <a:rPr lang="en-IN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61066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9941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103"/>
    </mc:Choice>
    <mc:Fallback xmlns="">
      <p:transition advTm="161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5D9FF-8F70-F42B-16BC-D03E1935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6FF0-DA99-9158-7375-6952EF8D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64" y="112735"/>
            <a:ext cx="6795370" cy="64079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Virtual - Robot Policy Training Pipeline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FC456-1384-8D6C-7AB1-4D56EF4D7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4067" y="945598"/>
            <a:ext cx="6456355" cy="535499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Set up the simulation environment using MuJoCo + LIBERO 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 AVOID INITIAL COST OF ROBOT</a:t>
            </a:r>
            <a:endParaRPr lang="en-US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Collect demonstrations using keyboard teleoperation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Store and structure data locally as HDF5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Convert datasets into the LeRobot format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Upload datasets to a Hugging Face dataset repository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the SmolVLA policy model from Hugging Face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Fine-tune SmolVLA on Kaggle using a private or public dataset from Hugging Face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Upload the trained policy back to a Hugging Face model repository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Download the trained policy on the local desktop and run inference in simulation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0EA1A9-8012-866D-3ABF-C8039770F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205" y="99626"/>
            <a:ext cx="4983271" cy="665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48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103"/>
    </mc:Choice>
    <mc:Fallback xmlns="">
      <p:transition advTm="161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A12F-D11D-67F9-3811-CF886B7B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1787B66-E083-B6EA-A542-2A68B1A2C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80" y="43099"/>
            <a:ext cx="5649686" cy="649772"/>
          </a:xfrm>
        </p:spPr>
        <p:txBody>
          <a:bodyPr/>
          <a:lstStyle/>
          <a:p>
            <a:r>
              <a:rPr lang="en-IN" dirty="0"/>
              <a:t>Virtual Robot - Franka Panda Arm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295BC-80C4-1BDE-0500-A7411E8C4E7E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https://www.wiredworkers.io/cobot/brands/franka-emika/research-3/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2A670A8-D509-B313-EDAD-1508BEFA8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9482"/>
            <a:ext cx="6063343" cy="6056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1A3B50-7079-6CB8-4BC8-97CFE7DED29C}"/>
              </a:ext>
            </a:extLst>
          </p:cNvPr>
          <p:cNvSpPr txBox="1"/>
          <p:nvPr/>
        </p:nvSpPr>
        <p:spPr>
          <a:xfrm>
            <a:off x="256761" y="931829"/>
            <a:ext cx="35797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7-DoF robotic arm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two-finger gripper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suited for manipulation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desktop keyboard teleoperation: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1CFF1-20D5-211E-FE3E-FB1C042CB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761" y="2963154"/>
            <a:ext cx="2221396" cy="3029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67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F09F-1CCF-C7C6-A9D9-A4CD5509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9C65E8-47F0-82AB-3D88-4E0328CE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12" y="213254"/>
            <a:ext cx="1861085" cy="1034775"/>
          </a:xfrm>
        </p:spPr>
        <p:txBody>
          <a:bodyPr/>
          <a:lstStyle/>
          <a:p>
            <a:r>
              <a:rPr lang="en-IN" dirty="0"/>
              <a:t>Robot in Simulation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25BEEC7-EA2A-89CA-2E12-F29B96A4B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610" y="61115"/>
            <a:ext cx="9903390" cy="623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4C189A-6799-8360-A211-BA37E3F464B4}"/>
              </a:ext>
            </a:extLst>
          </p:cNvPr>
          <p:cNvSpPr txBox="1"/>
          <p:nvPr/>
        </p:nvSpPr>
        <p:spPr>
          <a:xfrm>
            <a:off x="3641942" y="6333608"/>
            <a:ext cx="7894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MuJoCo + LIBERO view for Spatial Task 0: pick and place the mug on the plate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5C76F-79A7-35A6-93FC-140A2650F8F8}"/>
              </a:ext>
            </a:extLst>
          </p:cNvPr>
          <p:cNvSpPr txBox="1"/>
          <p:nvPr/>
        </p:nvSpPr>
        <p:spPr>
          <a:xfrm>
            <a:off x="108112" y="1670638"/>
            <a:ext cx="21050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MuJoCo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robot dynamics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joint motion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Real time interaction </a:t>
            </a:r>
          </a:p>
          <a:p>
            <a:r>
              <a:rPr lang="en-US" sz="1400" dirty="0"/>
              <a:t>with environment</a:t>
            </a:r>
          </a:p>
          <a:p>
            <a:endParaRPr lang="en-US" sz="1400" dirty="0"/>
          </a:p>
          <a:p>
            <a:endParaRPr lang="en-IN" dirty="0"/>
          </a:p>
          <a:p>
            <a:r>
              <a:rPr lang="en-IN" b="1" dirty="0"/>
              <a:t>MuJoCo Native Viewer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rendered the robot and scene state while teleoperation was running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82E2C-CCE4-BE2C-7610-ADD389E93703}"/>
              </a:ext>
            </a:extLst>
          </p:cNvPr>
          <p:cNvSpPr txBox="1"/>
          <p:nvPr/>
        </p:nvSpPr>
        <p:spPr>
          <a:xfrm>
            <a:off x="23248" y="6604030"/>
            <a:ext cx="121455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/>
              <a:t>wsl</a:t>
            </a:r>
            <a:r>
              <a:rPr lang="en-IN" sz="1200" dirty="0"/>
              <a:t> -d Ubuntu -- bash -lc "/home/</a:t>
            </a:r>
            <a:r>
              <a:rPr lang="en-IN" sz="1200" dirty="0" err="1"/>
              <a:t>kgaer</a:t>
            </a:r>
            <a:r>
              <a:rPr lang="en-IN" sz="1200" dirty="0"/>
              <a:t>/robotics/run_teleop_libero_task0.sh"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115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9B73-E0ED-B528-8610-9D752FC8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0ED8011-1C17-20BA-8CCD-3F576F8E8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57" y="132106"/>
            <a:ext cx="4325711" cy="543755"/>
          </a:xfrm>
        </p:spPr>
        <p:txBody>
          <a:bodyPr/>
          <a:lstStyle/>
          <a:p>
            <a:r>
              <a:rPr lang="en-IN" dirty="0"/>
              <a:t>VRAM – Local Desktop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81F4E93-1860-6077-6A94-364C3CDC2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795" y="774212"/>
            <a:ext cx="100012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0F920E-8FCE-28CF-ABCC-26394DDC08AE}"/>
              </a:ext>
            </a:extLst>
          </p:cNvPr>
          <p:cNvSpPr txBox="1"/>
          <p:nvPr/>
        </p:nvSpPr>
        <p:spPr>
          <a:xfrm>
            <a:off x="152401" y="5589649"/>
            <a:ext cx="11659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Windows 11 desktop hardware reference from </a:t>
            </a:r>
            <a:r>
              <a:rPr lang="en-IN" sz="1600" dirty="0" err="1"/>
              <a:t>nvidia-smi</a:t>
            </a:r>
            <a:r>
              <a:rPr lang="en-IN" sz="1600" dirty="0"/>
              <a:t>: NVIDIA GeForce RTX 3050 with 4096 MiB memory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415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C8E8-EEFC-3CFF-5695-C0AF0A8F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F0954BF-CBEE-21DD-058E-1028BB2EF4FA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https://huggingface.co/datasets/kgaero/libero-spatial-task0-withImages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B2B4F6C-B169-7302-5B89-CE3B0426E8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"/>
          <a:stretch>
            <a:fillRect/>
          </a:stretch>
        </p:blipFill>
        <p:spPr bwMode="auto">
          <a:xfrm>
            <a:off x="2602539" y="106017"/>
            <a:ext cx="9528724" cy="550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C71A3D-47C1-4095-D8C2-4F94859CBB22}"/>
              </a:ext>
            </a:extLst>
          </p:cNvPr>
          <p:cNvSpPr txBox="1"/>
          <p:nvPr/>
        </p:nvSpPr>
        <p:spPr>
          <a:xfrm>
            <a:off x="2741544" y="5735011"/>
            <a:ext cx="9389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Hugging Face dataset repository view for teleoperation data exported in LeRobot-style structure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906A88E-854E-D166-F653-AA87E203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8" y="106017"/>
            <a:ext cx="2901124" cy="1034775"/>
          </a:xfrm>
        </p:spPr>
        <p:txBody>
          <a:bodyPr/>
          <a:lstStyle/>
          <a:p>
            <a:r>
              <a:rPr lang="en-IN" dirty="0"/>
              <a:t>DATASET created by Teleoperation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B23A9-40DF-BC14-9D2C-FFEEF373F241}"/>
              </a:ext>
            </a:extLst>
          </p:cNvPr>
          <p:cNvSpPr txBox="1"/>
          <p:nvPr/>
        </p:nvSpPr>
        <p:spPr>
          <a:xfrm>
            <a:off x="170622" y="1237102"/>
            <a:ext cx="29966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LIBERO Task 0, a single teleoperation episode produced around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1,000 records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and roughly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235 MB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of data due to image and video observations.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05644-A16E-EFD8-791D-6E454027C117}"/>
              </a:ext>
            </a:extLst>
          </p:cNvPr>
          <p:cNvSpPr txBox="1"/>
          <p:nvPr/>
        </p:nvSpPr>
        <p:spPr>
          <a:xfrm>
            <a:off x="170622" y="3087738"/>
            <a:ext cx="2996648" cy="315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Each episode took about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12 minutes total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</a:t>
            </a:r>
          </a:p>
          <a:p>
            <a:pPr lvl="1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around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2 minutes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for teleoperation</a:t>
            </a:r>
          </a:p>
          <a:p>
            <a:pPr lvl="1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around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10 minutes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for conversion and Hugging Face upload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. 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That makes large-scale manual dataset generation painfully slow.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864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5672-7AF5-71AF-8BE5-26C20A43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84D5F2-CF10-AB55-D023-FC5FF72B7A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41"/>
          <a:stretch>
            <a:fillRect/>
          </a:stretch>
        </p:blipFill>
        <p:spPr>
          <a:xfrm>
            <a:off x="2007704" y="106016"/>
            <a:ext cx="10123558" cy="56724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31872F-9ECC-4D31-936D-56EC6977456C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https://huggingface.co/datasets/HuggingFaceVLA/libero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C7A9732-B5FE-52FD-F5A3-79CE86D9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8" y="106017"/>
            <a:ext cx="1642166" cy="1696279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DATASET</a:t>
            </a:r>
            <a:br>
              <a:rPr lang="en-IN" dirty="0"/>
            </a:br>
            <a:r>
              <a:rPr lang="en-IN" dirty="0"/>
              <a:t>for </a:t>
            </a:r>
            <a:br>
              <a:rPr lang="en-IN" dirty="0"/>
            </a:br>
            <a:r>
              <a:rPr lang="en-IN" dirty="0"/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0B87C-3922-B1D8-2F2D-6A733B9461BE}"/>
              </a:ext>
            </a:extLst>
          </p:cNvPr>
          <p:cNvSpPr txBox="1"/>
          <p:nvPr/>
        </p:nvSpPr>
        <p:spPr>
          <a:xfrm>
            <a:off x="881821" y="5778473"/>
            <a:ext cx="10654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Hugging Face model repository view for </a:t>
            </a:r>
            <a:r>
              <a:rPr lang="en-US" dirty="0" err="1"/>
              <a:t>lerobot</a:t>
            </a:r>
            <a:r>
              <a:rPr lang="en-US" dirty="0"/>
              <a:t>/</a:t>
            </a:r>
            <a:r>
              <a:rPr lang="en-US" dirty="0" err="1"/>
              <a:t>smolvla_base</a:t>
            </a:r>
            <a:r>
              <a:rPr lang="en-US" dirty="0"/>
              <a:t>, used as the starting checkpoint for fine-tuning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20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81E3-245E-BCE6-5E64-6C0EA0D6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CECF3C0-F0D4-99B0-0618-F62CAD95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122827"/>
            <a:ext cx="3306417" cy="93734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MODEL (VLA) for </a:t>
            </a:r>
            <a:br>
              <a:rPr lang="en-IN" dirty="0"/>
            </a:br>
            <a:r>
              <a:rPr lang="en-IN" dirty="0"/>
              <a:t>Robot policy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A71C9-BFC1-988A-EB75-CDBFBB01C276}"/>
              </a:ext>
            </a:extLst>
          </p:cNvPr>
          <p:cNvSpPr txBox="1"/>
          <p:nvPr/>
        </p:nvSpPr>
        <p:spPr>
          <a:xfrm>
            <a:off x="-10414" y="6519446"/>
            <a:ext cx="6097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https://huggingface.co/lerobot/smolvla_base</a:t>
            </a:r>
          </a:p>
          <a:p>
            <a:r>
              <a:rPr lang="en-IN" sz="800" dirty="0"/>
              <a:t>https://huggingface.co/spaces/lerobot/robot-learning-tutorial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BAE1E-287A-369F-FE0E-6E9263342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22" y="1108098"/>
            <a:ext cx="3691852" cy="4124914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D8B8B495-866B-2AA3-4F2F-7CC64009CC09}"/>
              </a:ext>
            </a:extLst>
          </p:cNvPr>
          <p:cNvSpPr/>
          <p:nvPr/>
        </p:nvSpPr>
        <p:spPr>
          <a:xfrm>
            <a:off x="2036438" y="4918949"/>
            <a:ext cx="832136" cy="402650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493ED1-6703-BBA3-70C3-AA5241D53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924" y="5018606"/>
            <a:ext cx="4478116" cy="1670117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4E89CBD4-1C5B-0ACD-F316-B5FC1B7758E0}"/>
              </a:ext>
            </a:extLst>
          </p:cNvPr>
          <p:cNvSpPr/>
          <p:nvPr/>
        </p:nvSpPr>
        <p:spPr>
          <a:xfrm>
            <a:off x="11436626" y="5414308"/>
            <a:ext cx="582574" cy="402650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11CE8E-68B5-80E5-E874-CB81946093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128"/>
          <a:stretch>
            <a:fillRect/>
          </a:stretch>
        </p:blipFill>
        <p:spPr>
          <a:xfrm>
            <a:off x="3092989" y="4954416"/>
            <a:ext cx="2635301" cy="1776543"/>
          </a:xfrm>
          <a:prstGeom prst="rect">
            <a:avLst/>
          </a:prstGeom>
        </p:spPr>
      </p:pic>
      <p:sp>
        <p:nvSpPr>
          <p:cNvPr id="15" name="Arrow: Left 14">
            <a:extLst>
              <a:ext uri="{FF2B5EF4-FFF2-40B4-BE49-F238E27FC236}">
                <a16:creationId xmlns:a16="http://schemas.microsoft.com/office/drawing/2014/main" id="{7FC88746-D801-A138-D0BB-D56AE7328468}"/>
              </a:ext>
            </a:extLst>
          </p:cNvPr>
          <p:cNvSpPr/>
          <p:nvPr/>
        </p:nvSpPr>
        <p:spPr>
          <a:xfrm>
            <a:off x="5703104" y="6259569"/>
            <a:ext cx="582574" cy="402650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C66078AD-3EDA-74A9-4152-A5656D5D8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052" y="99658"/>
            <a:ext cx="7301948" cy="474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463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BAD7-5CB0-31A6-9D42-BAF13123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2BA8F4-6FFE-F166-4823-A8E173443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881" y="23247"/>
            <a:ext cx="7171872" cy="406874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BF5A7B3-08CB-34FC-8428-44E2BC34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93" y="185531"/>
            <a:ext cx="4325711" cy="523876"/>
          </a:xfrm>
        </p:spPr>
        <p:txBody>
          <a:bodyPr>
            <a:normAutofit fontScale="90000"/>
          </a:bodyPr>
          <a:lstStyle/>
          <a:p>
            <a:r>
              <a:rPr lang="en-IN" dirty="0"/>
              <a:t>TRAINER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0CDC9E-B93D-398C-A9B3-A944F8FBC7A5}"/>
              </a:ext>
            </a:extLst>
          </p:cNvPr>
          <p:cNvSpPr txBox="1"/>
          <p:nvPr/>
        </p:nvSpPr>
        <p:spPr>
          <a:xfrm>
            <a:off x="-1045" y="6596390"/>
            <a:ext cx="785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https://github.com/kgaero/LeRobotSmolVLA/blob/main/libero_smolvla_eval/multigpu-finetune-smolvla-ipynb.ipynb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E7F51FE-0DF3-33E0-F27D-487B6EC6D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39" y="1547313"/>
            <a:ext cx="5029200" cy="44758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--</a:t>
            </a:r>
            <a:r>
              <a:rPr lang="en-US" dirty="0" err="1"/>
              <a:t>multi_gpu</a:t>
            </a:r>
            <a:r>
              <a:rPr lang="en-US" dirty="0"/>
              <a:t> and --</a:t>
            </a:r>
            <a:r>
              <a:rPr lang="en-US" dirty="0" err="1"/>
              <a:t>num_processes</a:t>
            </a:r>
            <a:r>
              <a:rPr lang="en-US" dirty="0"/>
              <a:t>={NUM_GPUS} allowed training to use both Kaggle T4 GPUs instead of only one.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--</a:t>
            </a:r>
            <a:r>
              <a:rPr lang="en-US" dirty="0" err="1"/>
              <a:t>policy.path</a:t>
            </a:r>
            <a:r>
              <a:rPr lang="en-US" dirty="0"/>
              <a:t>=</a:t>
            </a:r>
            <a:r>
              <a:rPr lang="en-US" dirty="0" err="1"/>
              <a:t>lerobot</a:t>
            </a:r>
            <a:r>
              <a:rPr lang="en-US" dirty="0"/>
              <a:t>/</a:t>
            </a:r>
            <a:r>
              <a:rPr lang="en-US" dirty="0" err="1"/>
              <a:t>smolvla_base</a:t>
            </a:r>
            <a:r>
              <a:rPr lang="en-US" dirty="0"/>
              <a:t> started from a pretrained checkpoint, which is far more data-efficient than training from scratch.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--</a:t>
            </a:r>
            <a:r>
              <a:rPr lang="en-US" dirty="0" err="1"/>
              <a:t>rename_map</a:t>
            </a:r>
            <a:r>
              <a:rPr lang="en-US" dirty="0"/>
              <a:t> fixed image key mismatches between the dataset schema and the model’s expected camera inputs.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--</a:t>
            </a:r>
            <a:r>
              <a:rPr lang="en-US" dirty="0" err="1"/>
              <a:t>policy.empty_cameras</a:t>
            </a:r>
            <a:r>
              <a:rPr lang="en-US" dirty="0"/>
              <a:t>=1 allowed training to continue even when some camera streams were missing.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--</a:t>
            </a:r>
            <a:r>
              <a:rPr lang="en-US" dirty="0" err="1"/>
              <a:t>mixed_precision</a:t>
            </a:r>
            <a:r>
              <a:rPr lang="en-US" dirty="0"/>
              <a:t>=fp16 reduced memory usage and improved throughput on limited hardware.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--</a:t>
            </a:r>
            <a:r>
              <a:rPr lang="en-US" dirty="0" err="1"/>
              <a:t>policy.push_to_hub</a:t>
            </a:r>
            <a:r>
              <a:rPr lang="en-US" dirty="0"/>
              <a:t>=true automatically versioned and uploaded trained checkpoints to Hugging Face.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333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7B06-6C47-758C-B638-7020E78C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9E32A50-DC74-F958-7A27-C1960030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74" y="100519"/>
            <a:ext cx="3186234" cy="571433"/>
          </a:xfrm>
        </p:spPr>
        <p:txBody>
          <a:bodyPr/>
          <a:lstStyle/>
          <a:p>
            <a:r>
              <a:rPr lang="en-IN" dirty="0"/>
              <a:t>TRAINED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83F53-11FC-89B9-7E3B-592ADE9BA2C7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https://huggingface.co/kgaero/smolvla-libero-kaggle-test/tree/main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76982-F17F-B8B7-AA5A-D446F18B7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61" y="588890"/>
            <a:ext cx="11522765" cy="55428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249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C5E9-7FC6-72AE-76C7-1105FF57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BAC4A8A-6CED-3DAC-7A25-8C9AB73C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6201"/>
            <a:ext cx="7938052" cy="546408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MODEL (VLA) for  Robot policy Inference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64AD77-D5EC-C111-5B14-624B1D34756C}"/>
              </a:ext>
            </a:extLst>
          </p:cNvPr>
          <p:cNvSpPr txBox="1"/>
          <p:nvPr/>
        </p:nvSpPr>
        <p:spPr>
          <a:xfrm>
            <a:off x="-10414" y="6519446"/>
            <a:ext cx="6097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hlinkClick r:id="rId4"/>
              </a:rPr>
              <a:t>https://huggingface.co/HuggingFaceVLA/smolvla_libero</a:t>
            </a:r>
            <a:endParaRPr lang="en-IN" sz="800" dirty="0"/>
          </a:p>
          <a:p>
            <a:r>
              <a:rPr lang="en-IN" sz="800" dirty="0"/>
              <a:t>https://huggingface.co/spaces/lerobot/robot-learning-tutorial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F9836-F34B-396A-34C6-7E09DD86B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685" y="818453"/>
            <a:ext cx="9900319" cy="55093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967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BAD93-48B7-4221-DCF3-FF1C5F66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E64AC5-8FC2-E85E-209A-569FE49C8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1183" y="1139687"/>
            <a:ext cx="11648660" cy="4851717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Rendering and viewer instability - </a:t>
            </a:r>
            <a:r>
              <a:rPr lang="en-IN" dirty="0"/>
              <a:t>MuJoCo native viewer worked better than Matplotlib and </a:t>
            </a:r>
            <a:r>
              <a:rPr lang="en-IN" dirty="0" err="1"/>
              <a:t>Robosuite</a:t>
            </a: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US" dirty="0"/>
              <a:t>Simulation speed was too slow - increased action chunking from 1 to 10 using </a:t>
            </a:r>
            <a:r>
              <a:rPr lang="en-US" dirty="0" err="1"/>
              <a:t>chunk_size</a:t>
            </a:r>
            <a:r>
              <a:rPr lang="en-US" dirty="0"/>
              <a:t>=50 (predicted actions) and </a:t>
            </a:r>
            <a:r>
              <a:rPr lang="en-US" dirty="0" err="1"/>
              <a:t>n_action_steps</a:t>
            </a:r>
            <a:r>
              <a:rPr lang="en-US" dirty="0"/>
              <a:t>=10 (executed actions), This reduced policy inference calls by roughly 10×, giving a large simulation speedup while preserving reasonable reactivity.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Large dataset uploads to Hugging Face were failing - switched from </a:t>
            </a:r>
            <a:r>
              <a:rPr lang="en-US" dirty="0" err="1"/>
              <a:t>upload_folder</a:t>
            </a:r>
            <a:r>
              <a:rPr lang="en-US" dirty="0"/>
              <a:t> to </a:t>
            </a:r>
            <a:r>
              <a:rPr lang="en-US" dirty="0" err="1"/>
              <a:t>HfApi.upload_large_folder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Task 0 failed during inference: Training on a larger LIBERO-scale dataset improved the behavior, and the strongest results came from using Hugging Face’s already trained LIBERO policy: </a:t>
            </a:r>
            <a:r>
              <a:rPr lang="en-US" dirty="0" err="1"/>
              <a:t>HuggingFaceVLA</a:t>
            </a:r>
            <a:r>
              <a:rPr lang="en-US" dirty="0"/>
              <a:t>/</a:t>
            </a:r>
            <a:r>
              <a:rPr lang="en-US" dirty="0" err="1"/>
              <a:t>smolvla_libero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IN" dirty="0"/>
              <a:t>Kaggle hardware was underutilized: </a:t>
            </a:r>
            <a:r>
              <a:rPr lang="en-US" dirty="0"/>
              <a:t>enabled distributed multi-GPU training so both GPUs could be used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46E6969-E39F-9E11-02C8-EFBFCF80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dirty="0"/>
              <a:t>Challenges addressed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903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FAE3-44BF-41D2-41D5-7CC03973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78A005-FDDD-9720-02AA-171CECB860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1183" y="974037"/>
            <a:ext cx="11648660" cy="526773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Small-to-mid scale data is not enough for robust policy success: </a:t>
            </a:r>
          </a:p>
          <a:p>
            <a:pPr lvl="1"/>
            <a:r>
              <a:rPr lang="en-US" dirty="0"/>
              <a:t>	Training </a:t>
            </a:r>
            <a:r>
              <a:rPr lang="en-IN" dirty="0"/>
              <a:t> SmolVLA policy with 53K records not sufficient. Need larger training dataset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US" dirty="0"/>
              <a:t>Teleoperation data collection does not scale well on desktop simulation: </a:t>
            </a:r>
          </a:p>
          <a:p>
            <a:pPr lvl="1"/>
            <a:r>
              <a:rPr lang="en-US" dirty="0"/>
              <a:t>	Each episode took about 12 minutes total. Hence difficult to scale with teleoperation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Memory-optimized VLA tooling still feels limited</a:t>
            </a:r>
          </a:p>
          <a:p>
            <a:r>
              <a:rPr lang="en-US" dirty="0"/>
              <a:t>	Unable to find </a:t>
            </a:r>
            <a:r>
              <a:rPr lang="en-US" dirty="0" err="1"/>
              <a:t>Unsloth</a:t>
            </a:r>
            <a:r>
              <a:rPr lang="en-US" dirty="0"/>
              <a:t>-style memory-optimized workflow for VLA training</a:t>
            </a:r>
          </a:p>
          <a:p>
            <a:endParaRPr lang="en-US" dirty="0"/>
          </a:p>
          <a:p>
            <a:r>
              <a:rPr lang="en-US" b="1" u="sng" dirty="0"/>
              <a:t>Central limitation: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enough data, policy performance stalls.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Solving that requires either large-scale data collection or access to high-quality existing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Manual</a:t>
            </a:r>
            <a:r>
              <a:rPr lang="en-US" b="1" dirty="0"/>
              <a:t> Teleoperation of virtual/physical is NOT a scalable solution to collect large training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Large robot data generation and collection is key to scalable Training dataset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7C46652-EFCE-3800-AB96-0FEC26AB6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dirty="0"/>
              <a:t>Lesson Learned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030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82E3CF-B6A4-E495-13C3-984CF16A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2F2BE-E17A-18B2-EAAD-B01CCD9A7A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fld id="{3086EA1D-707D-B54C-8FFB-433BD1A27D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71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57D2-B31C-AC48-C355-BDE7408F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99084F5-B1F8-90A0-2083-2093BCE4ED10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https://docs.phospho.ai/learn/lerobot-dataset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D8F335-7BA8-683E-F1CF-E026446EE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808" y="195010"/>
            <a:ext cx="7109791" cy="64679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635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3B9E-7259-8819-8D17-E3BD1B71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C92593-8F47-FA2A-E195-093986166544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https://wiki.happylab.at/images/5/5e/Panda_Robot_Manual_English.pdf</a:t>
            </a:r>
          </a:p>
        </p:txBody>
      </p:sp>
      <p:pic>
        <p:nvPicPr>
          <p:cNvPr id="6148" name="Picture 4" descr="student submitted image, transcription available below">
            <a:extLst>
              <a:ext uri="{FF2B5EF4-FFF2-40B4-BE49-F238E27FC236}">
                <a16:creationId xmlns:a16="http://schemas.microsoft.com/office/drawing/2014/main" id="{E7F333FC-9F72-AE71-FF82-147FD8B38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91" y="668523"/>
            <a:ext cx="9324561" cy="501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660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6E8F-4909-4434-3EC1-1FA01DF8E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AB0AF0B-BA86-DEA3-0A13-D744D12053BD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https://wiki.happylab.at/images/5/5e/Panda_Robot_Manual_English.pdf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7FDFA1-7061-97E9-FE7D-D210D1C15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52" y="159026"/>
            <a:ext cx="11681791" cy="58473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212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606C-CF44-8C6E-7687-24373196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488C84-367E-FCDC-D11E-C8889D4C5B69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https://huggingface.co/docs/lerobot/libero</a:t>
            </a:r>
          </a:p>
        </p:txBody>
      </p:sp>
      <p:pic>
        <p:nvPicPr>
          <p:cNvPr id="1026" name="Picture 2" descr="An overview of the LIBERO benchmark">
            <a:extLst>
              <a:ext uri="{FF2B5EF4-FFF2-40B4-BE49-F238E27FC236}">
                <a16:creationId xmlns:a16="http://schemas.microsoft.com/office/drawing/2014/main" id="{386D636D-9324-1BD8-6A87-6EC4D67A0A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565"/>
          <a:stretch>
            <a:fillRect/>
          </a:stretch>
        </p:blipFill>
        <p:spPr bwMode="auto">
          <a:xfrm>
            <a:off x="833666" y="123972"/>
            <a:ext cx="10054894" cy="320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0F4A6C-2750-545C-A650-6E43DC9BFC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478" y="3328781"/>
            <a:ext cx="6947364" cy="34052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013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FEFD7-B1BA-37EE-949F-F4F5BC9D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4E792AF-888A-C6C5-F4A7-635CE8A33B2F}"/>
              </a:ext>
            </a:extLst>
          </p:cNvPr>
          <p:cNvSpPr txBox="1"/>
          <p:nvPr/>
        </p:nvSpPr>
        <p:spPr>
          <a:xfrm>
            <a:off x="-1044" y="6550223"/>
            <a:ext cx="6097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hlinkClick r:id="rId4"/>
              </a:rPr>
              <a:t>https://huggingface.co/spaces/lerobot/robot-learning-tutorial</a:t>
            </a:r>
            <a:endParaRPr lang="en-IN" sz="700" dirty="0"/>
          </a:p>
          <a:p>
            <a:r>
              <a:rPr lang="en-IN" sz="700" dirty="0"/>
              <a:t>https://doi.org/10.48550/arXiv.2506.01844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C60117-F276-D9C2-1CA0-C94784354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8" y="33158"/>
            <a:ext cx="11946161" cy="5870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953CB4-4FC3-26BD-FFF3-D5C7E9A75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131" y="5425710"/>
            <a:ext cx="6471869" cy="13859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210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  <a:latin typeface="Aptos Display"/>
              </a:rPr>
              <a:t>Project Q&amp;A - Code and Results (1/3)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632764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E6E6E"/>
                </a:solidFill>
                <a:latin typeface="Aptos"/>
              </a:rPr>
              <a:t>Strictly based on local code/results: run scripts, policy configs, eval_info.json, output_live JSON, and notebook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896112"/>
            <a:ext cx="10835640" cy="846642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What problem were you solving?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I built a robot policy training pipeline without first investing in hardware. The pipeline uses LIBERO/MuJoCo simulation to collect teleoperation data, convert it into LeRobot format, and run robot policy inference/evaluation. The tested robot setup was a simulated Franka Panda arm on LIBERO spatial task 0. The successful task-0 evaluation used the downloaded Hugging Face SmolVLA LIBERO with about 450M parameters</a:t>
            </a:r>
            <a:endParaRPr lang="en-IN" sz="1200" dirty="0">
              <a:solidFill>
                <a:srgbClr val="2E2E2E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6072" y="2468880"/>
            <a:ext cx="10835640" cy="10972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2615184"/>
            <a:ext cx="10835640" cy="1463040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Explain the project in simple terms.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dirty="0">
                <a:solidFill>
                  <a:srgbClr val="2E2E2E"/>
                </a:solidFill>
                <a:latin typeface="Aptos"/>
              </a:rPr>
              <a:t>Instead of starting with hardware, the project uses a simulated Franka Panda arm. A human can teleoperate the task, the scripts save actions, rewards, states, and camera images, the converter packages those episodes as a LeRobot dataset, and SmolVLA turns images, robot state, and the language task into actions. Outputs are videos and JSON metrics.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4187952"/>
            <a:ext cx="10835640" cy="10972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4334256"/>
            <a:ext cx="10835640" cy="914353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Why this model?</a:t>
            </a:r>
            <a:endParaRPr lang="en-IN" sz="1450" b="1" dirty="0">
              <a:solidFill>
                <a:srgbClr val="2C5DAA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endParaRPr sz="1450" b="1" dirty="0">
              <a:solidFill>
                <a:srgbClr val="2C5DAA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SmolVLA was chosen because it is integrated with LeRobot, has a LIBERO-ready checkpoint, supports fine-tuning, and takes robot images, state, and language as inputs. Its 450M-parameter size made it more practical than larger VLA models for the available GPU constraints.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  <a:latin typeface="Aptos Display"/>
              </a:rPr>
              <a:t>Project Q&amp;A - Code and Results (2/3)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632764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E6E6E"/>
                </a:solidFill>
                <a:latin typeface="Aptos"/>
              </a:rPr>
              <a:t>Strictly based on local code/results: run scripts, policy configs, eval_info.json, output_live JSON, and notebook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896112"/>
            <a:ext cx="10835640" cy="1234440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How did you evaluate it? What metric did you use?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IN" sz="1200" dirty="0">
              <a:solidFill>
                <a:srgbClr val="2E2E2E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The primary metric was task-completion success rate: whether the inferred robot policy completed LIBERO task 0. For one episode this is binary, then reported as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pc_success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 percentage.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Latest HF live JSON succeeded on task 0 with reward 1.0 in 69 steps; batch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eval_info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 reports 1/1 episode, 100%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pc_success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, 244.9 s.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US" sz="1200" dirty="0">
              <a:solidFill>
                <a:srgbClr val="2E2E2E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6072" y="2468880"/>
            <a:ext cx="10835640" cy="10972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2615184"/>
            <a:ext cx="10835640" cy="1234440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What was technically hard about it?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Inference was slow because the policy config had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n_action_steps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=1, causing frequent policy calls. I improved live viewing by overriding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n_action_steps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 to 10 while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chunk_size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 remained 50.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US" sz="1200" dirty="0">
              <a:solidFill>
                <a:srgbClr val="2E2E2E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Rendering was also unstable, so I tested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robosuite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, Matplotlib, and MuJoCo viewers; the MuJoCo viewer gave the best result.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US" sz="1200" dirty="0">
              <a:solidFill>
                <a:srgbClr val="2E2E2E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072" y="4187952"/>
            <a:ext cx="10835640" cy="10972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4334256"/>
            <a:ext cx="10835640" cy="652743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What was the biggest trade-off?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The biggest trade-off was speed versus reactivity. Increasing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n_action_steps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 to 10 made live inference faster because the model was called less often, but the policy reused a longer action sequence before observing again, so it reacted more slowly to environment changes.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  <a:latin typeface="Aptos Display"/>
              </a:rPr>
              <a:t>Project Q&amp;A - Code and Results (3/3)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632764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dirty="0">
                <a:solidFill>
                  <a:srgbClr val="6E6E6E"/>
                </a:solidFill>
                <a:latin typeface="Aptos"/>
              </a:rPr>
              <a:t>Strictly based on local code/results: run scripts, policy configs, </a:t>
            </a:r>
            <a:r>
              <a:rPr sz="750" dirty="0" err="1">
                <a:solidFill>
                  <a:srgbClr val="6E6E6E"/>
                </a:solidFill>
                <a:latin typeface="Aptos"/>
              </a:rPr>
              <a:t>eval_info.json</a:t>
            </a:r>
            <a:r>
              <a:rPr sz="750" dirty="0">
                <a:solidFill>
                  <a:srgbClr val="6E6E6E"/>
                </a:solidFill>
                <a:latin typeface="Aptos"/>
              </a:rPr>
              <a:t>, </a:t>
            </a:r>
            <a:r>
              <a:rPr sz="750" dirty="0" err="1">
                <a:solidFill>
                  <a:srgbClr val="6E6E6E"/>
                </a:solidFill>
                <a:latin typeface="Aptos"/>
              </a:rPr>
              <a:t>output_live</a:t>
            </a:r>
            <a:r>
              <a:rPr sz="750" dirty="0">
                <a:solidFill>
                  <a:srgbClr val="6E6E6E"/>
                </a:solidFill>
                <a:latin typeface="Aptos"/>
              </a:rPr>
              <a:t> JSON, and notebook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078992"/>
            <a:ext cx="10835640" cy="1040541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What failed?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IN" sz="1200" dirty="0">
              <a:solidFill>
                <a:srgbClr val="2E2E2E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The fine-tuned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smolvla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-libero-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colab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-test policy failed during inference evaluation on LIBERO task 0: success was false, reward was 0.0, and it reached 280 steps. The larger multi-GPU fine-tuning attempt also failed at training step 0 with a BF16 AMP error. For successful inference, I used the downloaded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HuggingFaceVLA_smolvla_libero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 checkpoint.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3154680"/>
            <a:ext cx="10835640" cy="10972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3520440"/>
            <a:ext cx="10835640" cy="1040541"/>
          </a:xfrm>
          <a:prstGeom prst="rect">
            <a:avLst/>
          </a:prstGeom>
          <a:noFill/>
        </p:spPr>
        <p:txBody>
          <a:bodyPr wrap="square" lIns="0" tIns="9144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dirty="0">
                <a:solidFill>
                  <a:srgbClr val="2C5DAA"/>
                </a:solidFill>
                <a:latin typeface="Aptos"/>
              </a:rPr>
              <a:t>What would you improve?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IN" sz="1200" dirty="0">
              <a:solidFill>
                <a:srgbClr val="2E2E2E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dirty="0">
                <a:solidFill>
                  <a:srgbClr val="2E2E2E"/>
                </a:solidFill>
                <a:latin typeface="Aptos"/>
              </a:rPr>
              <a:t>I would fix the fine-tuning setup first, especially precision, mixed-precision, and hyperparameter choices. Then I would run evaluation sweeps across more task IDs, seeds, and episodes. I would also compare the Hugging Face checkpoint against fine-tuned checkpoints using the same </a:t>
            </a:r>
            <a:r>
              <a:rPr lang="en-US" sz="1200" dirty="0" err="1">
                <a:solidFill>
                  <a:srgbClr val="2E2E2E"/>
                </a:solidFill>
                <a:latin typeface="Aptos"/>
              </a:rPr>
              <a:t>pc_success</a:t>
            </a:r>
            <a:r>
              <a:rPr lang="en-US" sz="1200" dirty="0">
                <a:solidFill>
                  <a:srgbClr val="2E2E2E"/>
                </a:solidFill>
                <a:latin typeface="Aptos"/>
              </a:rPr>
              <a:t> metric, and use larger GPU memory if available.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Alt-Widescreen-20231110" id="{F218E956-3EF7-C74B-B913-ECEA98BCBD3B}" vid="{FE519D9E-70B6-014C-84F2-2F94F9874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25EC03-AAAA-4B6B-9D28-5719C1FEBC11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d6656b4d-3fa0-4709-acfb-d5e813445d1e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37af3f4b-4b66-46f9-8456-831d9bc3e73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Purdue Widescreen PPT - Alt Font</Template>
  <TotalTime>902</TotalTime>
  <Words>3383</Words>
  <Application>Microsoft Office PowerPoint</Application>
  <PresentationFormat>Widescreen</PresentationFormat>
  <Paragraphs>303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Franklin Gothic Book</vt:lpstr>
      <vt:lpstr>Franklin Gothic Medium</vt:lpstr>
      <vt:lpstr>Franklin Gothic Medium Cond</vt:lpstr>
      <vt:lpstr>source-serif-pro</vt:lpstr>
      <vt:lpstr>Wingdings</vt:lpstr>
      <vt:lpstr>Office Theme</vt:lpstr>
      <vt:lpstr>Robot policy training Pipeline</vt:lpstr>
      <vt:lpstr>Physical - Robot Policy Training Pipeline</vt:lpstr>
      <vt:lpstr>Physical  Robot - Price</vt:lpstr>
      <vt:lpstr>Physical Robot – Substitution for Cost Control</vt:lpstr>
      <vt:lpstr>Virtual - Robot Policy Training Pipeline</vt:lpstr>
      <vt:lpstr>Virtual Robot - Franka Panda Arm</vt:lpstr>
      <vt:lpstr>Robot in Simulation</vt:lpstr>
      <vt:lpstr>VRAM – Local Desktop</vt:lpstr>
      <vt:lpstr>DATASET created by Teleoperation</vt:lpstr>
      <vt:lpstr>DATASET for  Training</vt:lpstr>
      <vt:lpstr>MODEL (VLA) for  Robot policy</vt:lpstr>
      <vt:lpstr>TRAINER</vt:lpstr>
      <vt:lpstr>TRAINED MODEL</vt:lpstr>
      <vt:lpstr>MODEL (VLA) for  Robot policy Inference</vt:lpstr>
      <vt:lpstr>Challenges addressed</vt:lpstr>
      <vt:lpstr>Lesson Learned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AI Understanding Alignment</dc:title>
  <dc:creator>Maestas, Cherie Drake</dc:creator>
  <cp:lastModifiedBy>Kunal Ghosh</cp:lastModifiedBy>
  <cp:revision>147</cp:revision>
  <cp:lastPrinted>2025-02-05T04:20:35Z</cp:lastPrinted>
  <dcterms:created xsi:type="dcterms:W3CDTF">2024-06-08T17:57:05Z</dcterms:created>
  <dcterms:modified xsi:type="dcterms:W3CDTF">2026-05-21T16:23:28Z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