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6.xml" ContentType="application/vnd.openxmlformats-officedocument.presentationml.tags+xml"/>
  <Override PartName="/ppt/notesSlides/notesSlide18.xml" ContentType="application/vnd.openxmlformats-officedocument.presentationml.notesSlide+xml"/>
  <Override PartName="/ppt/tags/tag17.xml" ContentType="application/vnd.openxmlformats-officedocument.presentationml.tags+xml"/>
  <Override PartName="/ppt/notesSlides/notesSlide19.xml" ContentType="application/vnd.openxmlformats-officedocument.presentationml.notesSlide+xml"/>
  <Override PartName="/ppt/tags/tag18.xml" ContentType="application/vnd.openxmlformats-officedocument.presentationml.tags+xml"/>
  <Override PartName="/ppt/notesSlides/notesSlide20.xml" ContentType="application/vnd.openxmlformats-officedocument.presentationml.notesSlide+xml"/>
  <Override PartName="/ppt/tags/tag19.xml" ContentType="application/vnd.openxmlformats-officedocument.presentationml.tags+xml"/>
  <Override PartName="/ppt/notesSlides/notesSlide21.xml" ContentType="application/vnd.openxmlformats-officedocument.presentationml.notesSlide+xml"/>
  <Override PartName="/ppt/tags/tag20.xml" ContentType="application/vnd.openxmlformats-officedocument.presentationml.tags+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7"/>
  </p:notesMasterIdLst>
  <p:sldIdLst>
    <p:sldId id="267" r:id="rId5"/>
    <p:sldId id="256" r:id="rId6"/>
    <p:sldId id="331" r:id="rId7"/>
    <p:sldId id="335" r:id="rId8"/>
    <p:sldId id="334" r:id="rId9"/>
    <p:sldId id="330" r:id="rId10"/>
    <p:sldId id="323" r:id="rId11"/>
    <p:sldId id="329" r:id="rId12"/>
    <p:sldId id="325" r:id="rId13"/>
    <p:sldId id="333" r:id="rId14"/>
    <p:sldId id="332" r:id="rId15"/>
    <p:sldId id="326" r:id="rId16"/>
    <p:sldId id="327" r:id="rId17"/>
    <p:sldId id="343" r:id="rId18"/>
    <p:sldId id="344" r:id="rId19"/>
    <p:sldId id="345" r:id="rId20"/>
    <p:sldId id="318" r:id="rId21"/>
    <p:sldId id="337" r:id="rId22"/>
    <p:sldId id="340" r:id="rId23"/>
    <p:sldId id="342" r:id="rId24"/>
    <p:sldId id="336" r:id="rId25"/>
    <p:sldId id="33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userDrawn="1">
          <p15:clr>
            <a:srgbClr val="A4A3A4"/>
          </p15:clr>
        </p15:guide>
        <p15:guide id="2" pos="3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6CE219-6CB4-4D82-2315-C217F06FFCCD}" name="Hiller, Kelly R" initials="HKR" userId="S::khiller@purdue.edu::b25b1487-7f5e-4b7f-a0b2-f8bcb0b1ea5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C9D2"/>
    <a:srgbClr val="CC8D00"/>
    <a:srgbClr val="CFB991"/>
    <a:srgbClr val="DDB945"/>
    <a:srgbClr val="EBD9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2E2295-DD75-12CF-0BAB-7538DAFB2644}" v="21" dt="2025-02-04T03:45:00.339"/>
    <p1510:client id="{622F45C2-AC2B-544D-6491-384DB0BCA4CA}" v="9" dt="2025-02-04T04:59:56.840"/>
    <p1510:client id="{DE676327-F9FD-362A-A133-700643FAFC5B}" v="5" dt="2025-02-02T16:32:13.7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464" autoAdjust="0"/>
  </p:normalViewPr>
  <p:slideViewPr>
    <p:cSldViewPr snapToGrid="0">
      <p:cViewPr varScale="1">
        <p:scale>
          <a:sx n="96" d="100"/>
          <a:sy n="96" d="100"/>
        </p:scale>
        <p:origin x="308" y="68"/>
      </p:cViewPr>
      <p:guideLst>
        <p:guide orient="horz" pos="1080"/>
        <p:guide pos="3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Watson" userId="S::watso364@purdue.edu::31d1fcba-90a4-421b-a347-1a85e1eed54a" providerId="AD" clId="Web-{F3929229-4A2D-2374-FA10-07A4EB0F90A3}"/>
    <pc:docChg chg="modSld">
      <pc:chgData name="Austin Watson" userId="S::watso364@purdue.edu::31d1fcba-90a4-421b-a347-1a85e1eed54a" providerId="AD" clId="Web-{F3929229-4A2D-2374-FA10-07A4EB0F90A3}" dt="2025-01-30T20:04:58.064" v="74"/>
      <pc:docMkLst>
        <pc:docMk/>
      </pc:docMkLst>
      <pc:sldChg chg="modTransition delAnim modAnim modNotes">
        <pc:chgData name="Austin Watson" userId="S::watso364@purdue.edu::31d1fcba-90a4-421b-a347-1a85e1eed54a" providerId="AD" clId="Web-{F3929229-4A2D-2374-FA10-07A4EB0F90A3}" dt="2025-01-30T20:04:58.064" v="74"/>
        <pc:sldMkLst>
          <pc:docMk/>
          <pc:sldMk cId="3035040294" sldId="256"/>
        </pc:sldMkLst>
      </pc:sldChg>
      <pc:sldChg chg="modTransition modNotes">
        <pc:chgData name="Austin Watson" userId="S::watso364@purdue.edu::31d1fcba-90a4-421b-a347-1a85e1eed54a" providerId="AD" clId="Web-{F3929229-4A2D-2374-FA10-07A4EB0F90A3}" dt="2025-01-30T20:04:56.595" v="73"/>
        <pc:sldMkLst>
          <pc:docMk/>
          <pc:sldMk cId="4154997097" sldId="267"/>
        </pc:sldMkLst>
      </pc:sldChg>
      <pc:sldChg chg="modTransition delAnim">
        <pc:chgData name="Austin Watson" userId="S::watso364@purdue.edu::31d1fcba-90a4-421b-a347-1a85e1eed54a" providerId="AD" clId="Web-{F3929229-4A2D-2374-FA10-07A4EB0F90A3}" dt="2025-01-30T20:04:52.907" v="72"/>
        <pc:sldMkLst>
          <pc:docMk/>
          <pc:sldMk cId="3276290463" sldId="311"/>
        </pc:sldMkLst>
      </pc:sldChg>
      <pc:sldChg chg="delAnim">
        <pc:chgData name="Austin Watson" userId="S::watso364@purdue.edu::31d1fcba-90a4-421b-a347-1a85e1eed54a" providerId="AD" clId="Web-{F3929229-4A2D-2374-FA10-07A4EB0F90A3}" dt="2025-01-30T20:03:54.952" v="71"/>
        <pc:sldMkLst>
          <pc:docMk/>
          <pc:sldMk cId="1680556081" sldId="322"/>
        </pc:sldMkLst>
      </pc:sldChg>
    </pc:docChg>
  </pc:docChgLst>
  <pc:docChgLst>
    <pc:chgData name="Onur Dincol" userId="S::odincol@purdue.edu::4aac5b7b-0dac-4838-9f19-2be492a945fe" providerId="AD" clId="Web-{59987D77-52A1-A403-E04D-1ED9BC3F9DBA}"/>
    <pc:docChg chg="modSld">
      <pc:chgData name="Onur Dincol" userId="S::odincol@purdue.edu::4aac5b7b-0dac-4838-9f19-2be492a945fe" providerId="AD" clId="Web-{59987D77-52A1-A403-E04D-1ED9BC3F9DBA}" dt="2025-01-29T04:29:47.562" v="100" actId="20577"/>
      <pc:docMkLst>
        <pc:docMk/>
      </pc:docMkLst>
      <pc:sldChg chg="modSp">
        <pc:chgData name="Onur Dincol" userId="S::odincol@purdue.edu::4aac5b7b-0dac-4838-9f19-2be492a945fe" providerId="AD" clId="Web-{59987D77-52A1-A403-E04D-1ED9BC3F9DBA}" dt="2025-01-29T04:29:47.562" v="100" actId="20577"/>
        <pc:sldMkLst>
          <pc:docMk/>
          <pc:sldMk cId="3276290463" sldId="311"/>
        </pc:sldMkLst>
        <pc:spChg chg="mod">
          <ac:chgData name="Onur Dincol" userId="S::odincol@purdue.edu::4aac5b7b-0dac-4838-9f19-2be492a945fe" providerId="AD" clId="Web-{59987D77-52A1-A403-E04D-1ED9BC3F9DBA}" dt="2025-01-29T04:29:47.562" v="100" actId="20577"/>
          <ac:spMkLst>
            <pc:docMk/>
            <pc:sldMk cId="3276290463" sldId="311"/>
            <ac:spMk id="3" creationId="{E6B6621C-6433-03E2-4816-BFEED311D5F0}"/>
          </ac:spMkLst>
        </pc:spChg>
      </pc:sldChg>
    </pc:docChg>
  </pc:docChgLst>
  <pc:docChgLst>
    <pc:chgData name="Okechukwu Nduka" userId="S::onduka@purdue.edu::761591c5-9709-4555-bbd4-86467b2e6d37" providerId="AD" clId="Web-{DE676327-F9FD-362A-A133-700643FAFC5B}"/>
    <pc:docChg chg="modSld">
      <pc:chgData name="Okechukwu Nduka" userId="S::onduka@purdue.edu::761591c5-9709-4555-bbd4-86467b2e6d37" providerId="AD" clId="Web-{DE676327-F9FD-362A-A133-700643FAFC5B}" dt="2025-02-02T16:32:13.742" v="4" actId="20577"/>
      <pc:docMkLst>
        <pc:docMk/>
      </pc:docMkLst>
      <pc:sldChg chg="modSp">
        <pc:chgData name="Okechukwu Nduka" userId="S::onduka@purdue.edu::761591c5-9709-4555-bbd4-86467b2e6d37" providerId="AD" clId="Web-{DE676327-F9FD-362A-A133-700643FAFC5B}" dt="2025-02-02T16:32:13.742" v="4" actId="20577"/>
        <pc:sldMkLst>
          <pc:docMk/>
          <pc:sldMk cId="1091338601" sldId="313"/>
        </pc:sldMkLst>
        <pc:spChg chg="mod">
          <ac:chgData name="Okechukwu Nduka" userId="S::onduka@purdue.edu::761591c5-9709-4555-bbd4-86467b2e6d37" providerId="AD" clId="Web-{DE676327-F9FD-362A-A133-700643FAFC5B}" dt="2025-02-02T16:32:13.742" v="4" actId="20577"/>
          <ac:spMkLst>
            <pc:docMk/>
            <pc:sldMk cId="1091338601" sldId="313"/>
            <ac:spMk id="5" creationId="{1F20F036-0F88-A549-6E05-B226D035A5B6}"/>
          </ac:spMkLst>
        </pc:spChg>
      </pc:sldChg>
    </pc:docChg>
  </pc:docChgLst>
  <pc:docChgLst>
    <pc:chgData name="Hurt, Andrew C" userId="20c380bd-3ce1-483f-8848-94c3594d3cf1" providerId="ADAL" clId="{3495807D-E425-4957-81DC-9907B540ED9A}"/>
    <pc:docChg chg="custSel modSld">
      <pc:chgData name="Hurt, Andrew C" userId="20c380bd-3ce1-483f-8848-94c3594d3cf1" providerId="ADAL" clId="{3495807D-E425-4957-81DC-9907B540ED9A}" dt="2024-08-15T15:51:00.581" v="302"/>
      <pc:docMkLst>
        <pc:docMk/>
      </pc:docMkLst>
      <pc:sldChg chg="delSp mod delAnim">
        <pc:chgData name="Hurt, Andrew C" userId="20c380bd-3ce1-483f-8848-94c3594d3cf1" providerId="ADAL" clId="{3495807D-E425-4957-81DC-9907B540ED9A}" dt="2024-08-15T15:42:37.923" v="1" actId="478"/>
        <pc:sldMkLst>
          <pc:docMk/>
          <pc:sldMk cId="3035040294" sldId="256"/>
        </pc:sldMkLst>
      </pc:sldChg>
      <pc:sldChg chg="delSp modSp mod delAnim">
        <pc:chgData name="Hurt, Andrew C" userId="20c380bd-3ce1-483f-8848-94c3594d3cf1" providerId="ADAL" clId="{3495807D-E425-4957-81DC-9907B540ED9A}" dt="2024-08-15T15:46:41.223" v="80" actId="962"/>
        <pc:sldMkLst>
          <pc:docMk/>
          <pc:sldMk cId="2361594818" sldId="257"/>
        </pc:sldMkLst>
      </pc:sldChg>
      <pc:sldChg chg="delSp modSp mod delAnim">
        <pc:chgData name="Hurt, Andrew C" userId="20c380bd-3ce1-483f-8848-94c3594d3cf1" providerId="ADAL" clId="{3495807D-E425-4957-81DC-9907B540ED9A}" dt="2024-08-15T15:50:39.581" v="298"/>
        <pc:sldMkLst>
          <pc:docMk/>
          <pc:sldMk cId="3666090097" sldId="258"/>
        </pc:sldMkLst>
      </pc:sldChg>
      <pc:sldChg chg="delSp mod delAnim">
        <pc:chgData name="Hurt, Andrew C" userId="20c380bd-3ce1-483f-8848-94c3594d3cf1" providerId="ADAL" clId="{3495807D-E425-4957-81DC-9907B540ED9A}" dt="2024-08-15T15:43:23.842" v="15" actId="478"/>
        <pc:sldMkLst>
          <pc:docMk/>
          <pc:sldMk cId="932748493" sldId="259"/>
        </pc:sldMkLst>
      </pc:sldChg>
      <pc:sldChg chg="delSp mod delAnim">
        <pc:chgData name="Hurt, Andrew C" userId="20c380bd-3ce1-483f-8848-94c3594d3cf1" providerId="ADAL" clId="{3495807D-E425-4957-81DC-9907B540ED9A}" dt="2024-08-15T15:43:14.434" v="12" actId="478"/>
        <pc:sldMkLst>
          <pc:docMk/>
          <pc:sldMk cId="2870390396" sldId="260"/>
        </pc:sldMkLst>
      </pc:sldChg>
      <pc:sldChg chg="delSp mod delAnim">
        <pc:chgData name="Hurt, Andrew C" userId="20c380bd-3ce1-483f-8848-94c3594d3cf1" providerId="ADAL" clId="{3495807D-E425-4957-81DC-9907B540ED9A}" dt="2024-08-15T15:42:59.283" v="7" actId="478"/>
        <pc:sldMkLst>
          <pc:docMk/>
          <pc:sldMk cId="4010976476" sldId="262"/>
        </pc:sldMkLst>
      </pc:sldChg>
      <pc:sldChg chg="delSp mod delAnim">
        <pc:chgData name="Hurt, Andrew C" userId="20c380bd-3ce1-483f-8848-94c3594d3cf1" providerId="ADAL" clId="{3495807D-E425-4957-81DC-9907B540ED9A}" dt="2024-08-15T15:43:27.372" v="16" actId="478"/>
        <pc:sldMkLst>
          <pc:docMk/>
          <pc:sldMk cId="1119801829" sldId="266"/>
        </pc:sldMkLst>
      </pc:sldChg>
      <pc:sldChg chg="delSp mod delAnim">
        <pc:chgData name="Hurt, Andrew C" userId="20c380bd-3ce1-483f-8848-94c3594d3cf1" providerId="ADAL" clId="{3495807D-E425-4957-81DC-9907B540ED9A}" dt="2024-08-15T15:42:34.052" v="0" actId="478"/>
        <pc:sldMkLst>
          <pc:docMk/>
          <pc:sldMk cId="4154997097" sldId="267"/>
        </pc:sldMkLst>
      </pc:sldChg>
      <pc:sldChg chg="delSp modSp mod delAnim">
        <pc:chgData name="Hurt, Andrew C" userId="20c380bd-3ce1-483f-8848-94c3594d3cf1" providerId="ADAL" clId="{3495807D-E425-4957-81DC-9907B540ED9A}" dt="2024-08-15T15:46:46.361" v="100" actId="962"/>
        <pc:sldMkLst>
          <pc:docMk/>
          <pc:sldMk cId="4251855305" sldId="268"/>
        </pc:sldMkLst>
      </pc:sldChg>
      <pc:sldChg chg="delSp modSp mod delAnim">
        <pc:chgData name="Hurt, Andrew C" userId="20c380bd-3ce1-483f-8848-94c3594d3cf1" providerId="ADAL" clId="{3495807D-E425-4957-81DC-9907B540ED9A}" dt="2024-08-15T15:51:00.581" v="302"/>
        <pc:sldMkLst>
          <pc:docMk/>
          <pc:sldMk cId="1404612451" sldId="269"/>
        </pc:sldMkLst>
      </pc:sldChg>
      <pc:sldChg chg="delSp modSp mod delAnim">
        <pc:chgData name="Hurt, Andrew C" userId="20c380bd-3ce1-483f-8848-94c3594d3cf1" providerId="ADAL" clId="{3495807D-E425-4957-81DC-9907B540ED9A}" dt="2024-08-15T15:47:43.107" v="196" actId="962"/>
        <pc:sldMkLst>
          <pc:docMk/>
          <pc:sldMk cId="2396541706" sldId="270"/>
        </pc:sldMkLst>
      </pc:sldChg>
      <pc:sldChg chg="delSp modSp mod delAnim">
        <pc:chgData name="Hurt, Andrew C" userId="20c380bd-3ce1-483f-8848-94c3594d3cf1" providerId="ADAL" clId="{3495807D-E425-4957-81DC-9907B540ED9A}" dt="2024-08-15T15:48:02.373" v="220" actId="962"/>
        <pc:sldMkLst>
          <pc:docMk/>
          <pc:sldMk cId="790469898" sldId="273"/>
        </pc:sldMkLst>
      </pc:sldChg>
      <pc:sldChg chg="delSp mod delAnim">
        <pc:chgData name="Hurt, Andrew C" userId="20c380bd-3ce1-483f-8848-94c3594d3cf1" providerId="ADAL" clId="{3495807D-E425-4957-81DC-9907B540ED9A}" dt="2024-08-15T15:42:53.275" v="5" actId="478"/>
        <pc:sldMkLst>
          <pc:docMk/>
          <pc:sldMk cId="846219069" sldId="274"/>
        </pc:sldMkLst>
      </pc:sldChg>
      <pc:sldChg chg="delSp modSp mod delAnim">
        <pc:chgData name="Hurt, Andrew C" userId="20c380bd-3ce1-483f-8848-94c3594d3cf1" providerId="ADAL" clId="{3495807D-E425-4957-81DC-9907B540ED9A}" dt="2024-08-15T15:50:09.351" v="295" actId="12100"/>
        <pc:sldMkLst>
          <pc:docMk/>
          <pc:sldMk cId="3510770798" sldId="275"/>
        </pc:sldMkLst>
      </pc:sldChg>
      <pc:sldChg chg="delSp mod delAnim">
        <pc:chgData name="Hurt, Andrew C" userId="20c380bd-3ce1-483f-8848-94c3594d3cf1" providerId="ADAL" clId="{3495807D-E425-4957-81DC-9907B540ED9A}" dt="2024-08-15T15:43:33.372" v="18" actId="478"/>
        <pc:sldMkLst>
          <pc:docMk/>
          <pc:sldMk cId="2617692043" sldId="280"/>
        </pc:sldMkLst>
      </pc:sldChg>
      <pc:sldChg chg="delSp mod delAnim">
        <pc:chgData name="Hurt, Andrew C" userId="20c380bd-3ce1-483f-8848-94c3594d3cf1" providerId="ADAL" clId="{3495807D-E425-4957-81DC-9907B540ED9A}" dt="2024-08-15T15:43:05.803" v="9" actId="478"/>
        <pc:sldMkLst>
          <pc:docMk/>
          <pc:sldMk cId="2618194783" sldId="283"/>
        </pc:sldMkLst>
      </pc:sldChg>
      <pc:sldChg chg="delSp mod delAnim">
        <pc:chgData name="Hurt, Andrew C" userId="20c380bd-3ce1-483f-8848-94c3594d3cf1" providerId="ADAL" clId="{3495807D-E425-4957-81DC-9907B540ED9A}" dt="2024-08-15T15:43:20.539" v="14" actId="478"/>
        <pc:sldMkLst>
          <pc:docMk/>
          <pc:sldMk cId="344562826" sldId="295"/>
        </pc:sldMkLst>
      </pc:sldChg>
      <pc:sldChg chg="delSp modSp mod delAnim">
        <pc:chgData name="Hurt, Andrew C" userId="20c380bd-3ce1-483f-8848-94c3594d3cf1" providerId="ADAL" clId="{3495807D-E425-4957-81DC-9907B540ED9A}" dt="2024-08-15T15:46:35.062" v="60" actId="962"/>
        <pc:sldMkLst>
          <pc:docMk/>
          <pc:sldMk cId="2236811927" sldId="297"/>
        </pc:sldMkLst>
      </pc:sldChg>
      <pc:sldChg chg="delSp modSp mod delAnim">
        <pc:chgData name="Hurt, Andrew C" userId="20c380bd-3ce1-483f-8848-94c3594d3cf1" providerId="ADAL" clId="{3495807D-E425-4957-81DC-9907B540ED9A}" dt="2024-08-15T15:47:37.061" v="194" actId="962"/>
        <pc:sldMkLst>
          <pc:docMk/>
          <pc:sldMk cId="4250242302" sldId="298"/>
        </pc:sldMkLst>
      </pc:sldChg>
      <pc:sldChg chg="delSp modSp mod delAnim">
        <pc:chgData name="Hurt, Andrew C" userId="20c380bd-3ce1-483f-8848-94c3594d3cf1" providerId="ADAL" clId="{3495807D-E425-4957-81DC-9907B540ED9A}" dt="2024-08-15T15:50:24.581" v="296"/>
        <pc:sldMkLst>
          <pc:docMk/>
          <pc:sldMk cId="3491471171" sldId="300"/>
        </pc:sldMkLst>
      </pc:sldChg>
      <pc:sldChg chg="delSp modSp mod delAnim">
        <pc:chgData name="Hurt, Andrew C" userId="20c380bd-3ce1-483f-8848-94c3594d3cf1" providerId="ADAL" clId="{3495807D-E425-4957-81DC-9907B540ED9A}" dt="2024-08-15T15:50:45.791" v="299"/>
        <pc:sldMkLst>
          <pc:docMk/>
          <pc:sldMk cId="1787866221" sldId="302"/>
        </pc:sldMkLst>
      </pc:sldChg>
      <pc:sldChg chg="delSp modSp mod delAnim">
        <pc:chgData name="Hurt, Andrew C" userId="20c380bd-3ce1-483f-8848-94c3594d3cf1" providerId="ADAL" clId="{3495807D-E425-4957-81DC-9907B540ED9A}" dt="2024-08-15T15:50:50.471" v="300"/>
        <pc:sldMkLst>
          <pc:docMk/>
          <pc:sldMk cId="1363357115" sldId="304"/>
        </pc:sldMkLst>
      </pc:sldChg>
      <pc:sldChg chg="delSp modSp mod delAnim">
        <pc:chgData name="Hurt, Andrew C" userId="20c380bd-3ce1-483f-8848-94c3594d3cf1" providerId="ADAL" clId="{3495807D-E425-4957-81DC-9907B540ED9A}" dt="2024-08-15T15:48:39.995" v="294" actId="962"/>
        <pc:sldMkLst>
          <pc:docMk/>
          <pc:sldMk cId="867573655" sldId="305"/>
        </pc:sldMkLst>
      </pc:sldChg>
      <pc:sldChg chg="delSp mod delAnim">
        <pc:chgData name="Hurt, Andrew C" userId="20c380bd-3ce1-483f-8848-94c3594d3cf1" providerId="ADAL" clId="{3495807D-E425-4957-81DC-9907B540ED9A}" dt="2024-08-15T15:43:35.548" v="19" actId="478"/>
        <pc:sldMkLst>
          <pc:docMk/>
          <pc:sldMk cId="206645986" sldId="306"/>
        </pc:sldMkLst>
      </pc:sldChg>
    </pc:docChg>
  </pc:docChgLst>
  <pc:docChgLst>
    <pc:chgData name="Okechukwu Nduka" userId="S::onduka@purdue.edu::761591c5-9709-4555-bbd4-86467b2e6d37" providerId="AD" clId="Web-{85C636F7-A9E9-8FB5-1461-87593F2C39C5}"/>
    <pc:docChg chg="modSld">
      <pc:chgData name="Okechukwu Nduka" userId="S::onduka@purdue.edu::761591c5-9709-4555-bbd4-86467b2e6d37" providerId="AD" clId="Web-{85C636F7-A9E9-8FB5-1461-87593F2C39C5}" dt="2025-01-28T03:44:48.311" v="7"/>
      <pc:docMkLst>
        <pc:docMk/>
      </pc:docMkLst>
      <pc:sldChg chg="modSp">
        <pc:chgData name="Okechukwu Nduka" userId="S::onduka@purdue.edu::761591c5-9709-4555-bbd4-86467b2e6d37" providerId="AD" clId="Web-{85C636F7-A9E9-8FB5-1461-87593F2C39C5}" dt="2025-01-28T03:44:48.311" v="7"/>
        <pc:sldMkLst>
          <pc:docMk/>
          <pc:sldMk cId="2426592814" sldId="320"/>
        </pc:sldMkLst>
        <pc:graphicFrameChg chg="mod modGraphic">
          <ac:chgData name="Okechukwu Nduka" userId="S::onduka@purdue.edu::761591c5-9709-4555-bbd4-86467b2e6d37" providerId="AD" clId="Web-{85C636F7-A9E9-8FB5-1461-87593F2C39C5}" dt="2025-01-28T03:44:48.311" v="7"/>
          <ac:graphicFrameMkLst>
            <pc:docMk/>
            <pc:sldMk cId="2426592814" sldId="320"/>
            <ac:graphicFrameMk id="6" creationId="{1DC55E2F-ADED-5892-9F1F-448BF830FDB6}"/>
          </ac:graphicFrameMkLst>
        </pc:graphicFrameChg>
      </pc:sldChg>
    </pc:docChg>
  </pc:docChgLst>
  <pc:docChgLst>
    <pc:chgData name="Onur Dincol" userId="S::odincol@purdue.edu::4aac5b7b-0dac-4838-9f19-2be492a945fe" providerId="AD" clId="Web-{E279FE95-29F0-EF50-933F-51D1529180FC}"/>
    <pc:docChg chg="modSld">
      <pc:chgData name="Onur Dincol" userId="S::odincol@purdue.edu::4aac5b7b-0dac-4838-9f19-2be492a945fe" providerId="AD" clId="Web-{E279FE95-29F0-EF50-933F-51D1529180FC}" dt="2025-01-29T03:39:58.563" v="1"/>
      <pc:docMkLst>
        <pc:docMk/>
      </pc:docMkLst>
      <pc:sldChg chg="modSp">
        <pc:chgData name="Onur Dincol" userId="S::odincol@purdue.edu::4aac5b7b-0dac-4838-9f19-2be492a945fe" providerId="AD" clId="Web-{E279FE95-29F0-EF50-933F-51D1529180FC}" dt="2025-01-29T03:39:58.563" v="1"/>
        <pc:sldMkLst>
          <pc:docMk/>
          <pc:sldMk cId="2426592814" sldId="320"/>
        </pc:sldMkLst>
        <pc:graphicFrameChg chg="mod modGraphic">
          <ac:chgData name="Onur Dincol" userId="S::odincol@purdue.edu::4aac5b7b-0dac-4838-9f19-2be492a945fe" providerId="AD" clId="Web-{E279FE95-29F0-EF50-933F-51D1529180FC}" dt="2025-01-29T03:39:58.563" v="1"/>
          <ac:graphicFrameMkLst>
            <pc:docMk/>
            <pc:sldMk cId="2426592814" sldId="320"/>
            <ac:graphicFrameMk id="6" creationId="{1DC55E2F-ADED-5892-9F1F-448BF830FDB6}"/>
          </ac:graphicFrameMkLst>
        </pc:graphicFrameChg>
      </pc:sldChg>
    </pc:docChg>
  </pc:docChgLst>
  <pc:docChgLst>
    <pc:chgData name="Austin Watson" userId="S::watso364@purdue.edu::31d1fcba-90a4-421b-a347-1a85e1eed54a" providerId="AD" clId="Web-{A04D948B-FC36-BBDC-E77D-751FF4226864}"/>
    <pc:docChg chg="modSld">
      <pc:chgData name="Austin Watson" userId="S::watso364@purdue.edu::31d1fcba-90a4-421b-a347-1a85e1eed54a" providerId="AD" clId="Web-{A04D948B-FC36-BBDC-E77D-751FF4226864}" dt="2025-01-27T23:12:55.747" v="21"/>
      <pc:docMkLst>
        <pc:docMk/>
      </pc:docMkLst>
      <pc:sldChg chg="modSp">
        <pc:chgData name="Austin Watson" userId="S::watso364@purdue.edu::31d1fcba-90a4-421b-a347-1a85e1eed54a" providerId="AD" clId="Web-{A04D948B-FC36-BBDC-E77D-751FF4226864}" dt="2025-01-27T23:12:55.747" v="21"/>
        <pc:sldMkLst>
          <pc:docMk/>
          <pc:sldMk cId="2426592814" sldId="320"/>
        </pc:sldMkLst>
        <pc:graphicFrameChg chg="mod modGraphic">
          <ac:chgData name="Austin Watson" userId="S::watso364@purdue.edu::31d1fcba-90a4-421b-a347-1a85e1eed54a" providerId="AD" clId="Web-{A04D948B-FC36-BBDC-E77D-751FF4226864}" dt="2025-01-27T23:12:55.747" v="21"/>
          <ac:graphicFrameMkLst>
            <pc:docMk/>
            <pc:sldMk cId="2426592814" sldId="320"/>
            <ac:graphicFrameMk id="6" creationId="{1DC55E2F-ADED-5892-9F1F-448BF830FDB6}"/>
          </ac:graphicFrameMkLst>
        </pc:graphicFrameChg>
      </pc:sldChg>
    </pc:docChg>
  </pc:docChgLst>
  <pc:docChgLst>
    <pc:chgData name="Okechukwu Nduka" userId="S::onduka@purdue.edu::761591c5-9709-4555-bbd4-86467b2e6d37" providerId="AD" clId="Web-{EAB9F667-6271-1F2D-9D8A-69BF29DACB11}"/>
    <pc:docChg chg="modSld">
      <pc:chgData name="Okechukwu Nduka" userId="S::onduka@purdue.edu::761591c5-9709-4555-bbd4-86467b2e6d37" providerId="AD" clId="Web-{EAB9F667-6271-1F2D-9D8A-69BF29DACB11}" dt="2025-01-30T15:18:24.391" v="344" actId="14100"/>
      <pc:docMkLst>
        <pc:docMk/>
      </pc:docMkLst>
      <pc:sldChg chg="addSp delSp modSp mod modClrScheme chgLayout">
        <pc:chgData name="Okechukwu Nduka" userId="S::onduka@purdue.edu::761591c5-9709-4555-bbd4-86467b2e6d37" providerId="AD" clId="Web-{EAB9F667-6271-1F2D-9D8A-69BF29DACB11}" dt="2025-01-30T15:17:36.186" v="341"/>
        <pc:sldMkLst>
          <pc:docMk/>
          <pc:sldMk cId="3276290463" sldId="311"/>
        </pc:sldMkLst>
        <pc:spChg chg="mod">
          <ac:chgData name="Okechukwu Nduka" userId="S::onduka@purdue.edu::761591c5-9709-4555-bbd4-86467b2e6d37" providerId="AD" clId="Web-{EAB9F667-6271-1F2D-9D8A-69BF29DACB11}" dt="2025-01-30T15:17:36.186" v="341"/>
          <ac:spMkLst>
            <pc:docMk/>
            <pc:sldMk cId="3276290463" sldId="311"/>
            <ac:spMk id="2" creationId="{E7770F19-1007-89F9-2BF8-1C2A372B3003}"/>
          </ac:spMkLst>
        </pc:spChg>
        <pc:spChg chg="mod">
          <ac:chgData name="Okechukwu Nduka" userId="S::onduka@purdue.edu::761591c5-9709-4555-bbd4-86467b2e6d37" providerId="AD" clId="Web-{EAB9F667-6271-1F2D-9D8A-69BF29DACB11}" dt="2025-01-30T15:17:36.186" v="341"/>
          <ac:spMkLst>
            <pc:docMk/>
            <pc:sldMk cId="3276290463" sldId="311"/>
            <ac:spMk id="3" creationId="{E6B6621C-6433-03E2-4816-BFEED311D5F0}"/>
          </ac:spMkLst>
        </pc:spChg>
        <pc:spChg chg="add del">
          <ac:chgData name="Okechukwu Nduka" userId="S::onduka@purdue.edu::761591c5-9709-4555-bbd4-86467b2e6d37" providerId="AD" clId="Web-{EAB9F667-6271-1F2D-9D8A-69BF29DACB11}" dt="2025-01-30T15:16:50.590" v="333"/>
          <ac:spMkLst>
            <pc:docMk/>
            <pc:sldMk cId="3276290463" sldId="311"/>
            <ac:spMk id="5" creationId="{488DA498-6DD6-D5BE-7198-C86DE113AA3B}"/>
          </ac:spMkLst>
        </pc:spChg>
        <pc:spChg chg="add del mod">
          <ac:chgData name="Okechukwu Nduka" userId="S::onduka@purdue.edu::761591c5-9709-4555-bbd4-86467b2e6d37" providerId="AD" clId="Web-{EAB9F667-6271-1F2D-9D8A-69BF29DACB11}" dt="2025-01-30T15:17:10.732" v="336"/>
          <ac:spMkLst>
            <pc:docMk/>
            <pc:sldMk cId="3276290463" sldId="311"/>
            <ac:spMk id="6" creationId="{B0A34341-6278-5597-9ECF-80EF6E4EED95}"/>
          </ac:spMkLst>
        </pc:spChg>
        <pc:spChg chg="add del mod">
          <ac:chgData name="Okechukwu Nduka" userId="S::onduka@purdue.edu::761591c5-9709-4555-bbd4-86467b2e6d37" providerId="AD" clId="Web-{EAB9F667-6271-1F2D-9D8A-69BF29DACB11}" dt="2025-01-30T15:17:10.732" v="336"/>
          <ac:spMkLst>
            <pc:docMk/>
            <pc:sldMk cId="3276290463" sldId="311"/>
            <ac:spMk id="7" creationId="{E4DB6664-9FF5-961C-EBDF-5DE9901E8535}"/>
          </ac:spMkLst>
        </pc:spChg>
        <pc:spChg chg="add del mod">
          <ac:chgData name="Okechukwu Nduka" userId="S::onduka@purdue.edu::761591c5-9709-4555-bbd4-86467b2e6d37" providerId="AD" clId="Web-{EAB9F667-6271-1F2D-9D8A-69BF29DACB11}" dt="2025-01-30T02:00:37.163" v="100"/>
          <ac:spMkLst>
            <pc:docMk/>
            <pc:sldMk cId="3276290463" sldId="311"/>
            <ac:spMk id="9" creationId="{D1B2772C-3591-B899-85A0-3A33BD5028C4}"/>
          </ac:spMkLst>
        </pc:spChg>
        <pc:spChg chg="add del mod">
          <ac:chgData name="Okechukwu Nduka" userId="S::onduka@purdue.edu::761591c5-9709-4555-bbd4-86467b2e6d37" providerId="AD" clId="Web-{EAB9F667-6271-1F2D-9D8A-69BF29DACB11}" dt="2025-01-30T15:17:33.701" v="338"/>
          <ac:spMkLst>
            <pc:docMk/>
            <pc:sldMk cId="3276290463" sldId="311"/>
            <ac:spMk id="10" creationId="{518E7880-B26B-42CC-BB74-0A00FF79F9F4}"/>
          </ac:spMkLst>
        </pc:spChg>
        <pc:spChg chg="add del mod">
          <ac:chgData name="Okechukwu Nduka" userId="S::onduka@purdue.edu::761591c5-9709-4555-bbd4-86467b2e6d37" providerId="AD" clId="Web-{EAB9F667-6271-1F2D-9D8A-69BF29DACB11}" dt="2025-01-30T02:00:37.163" v="100"/>
          <ac:spMkLst>
            <pc:docMk/>
            <pc:sldMk cId="3276290463" sldId="311"/>
            <ac:spMk id="11" creationId="{7DE932FD-691F-7E88-8804-E3FB61B36108}"/>
          </ac:spMkLst>
        </pc:spChg>
        <pc:spChg chg="add del mod">
          <ac:chgData name="Okechukwu Nduka" userId="S::onduka@purdue.edu::761591c5-9709-4555-bbd4-86467b2e6d37" providerId="AD" clId="Web-{EAB9F667-6271-1F2D-9D8A-69BF29DACB11}" dt="2025-01-30T15:17:33.701" v="338"/>
          <ac:spMkLst>
            <pc:docMk/>
            <pc:sldMk cId="3276290463" sldId="311"/>
            <ac:spMk id="12" creationId="{10D03ED0-7AF3-18B2-BEA3-0A27CBAC919A}"/>
          </ac:spMkLst>
        </pc:spChg>
        <pc:spChg chg="add del mod">
          <ac:chgData name="Okechukwu Nduka" userId="S::onduka@purdue.edu::761591c5-9709-4555-bbd4-86467b2e6d37" providerId="AD" clId="Web-{EAB9F667-6271-1F2D-9D8A-69BF29DACB11}" dt="2025-01-30T15:17:36.170" v="340"/>
          <ac:spMkLst>
            <pc:docMk/>
            <pc:sldMk cId="3276290463" sldId="311"/>
            <ac:spMk id="14" creationId="{1E4DE791-4814-D524-8961-B707468D291B}"/>
          </ac:spMkLst>
        </pc:spChg>
        <pc:spChg chg="add del mod">
          <ac:chgData name="Okechukwu Nduka" userId="S::onduka@purdue.edu::761591c5-9709-4555-bbd4-86467b2e6d37" providerId="AD" clId="Web-{EAB9F667-6271-1F2D-9D8A-69BF29DACB11}" dt="2025-01-30T15:17:36.170" v="340"/>
          <ac:spMkLst>
            <pc:docMk/>
            <pc:sldMk cId="3276290463" sldId="311"/>
            <ac:spMk id="15" creationId="{A2DBA0EF-5608-E201-54FB-2797D19E6B66}"/>
          </ac:spMkLst>
        </pc:spChg>
        <pc:spChg chg="add mod">
          <ac:chgData name="Okechukwu Nduka" userId="S::onduka@purdue.edu::761591c5-9709-4555-bbd4-86467b2e6d37" providerId="AD" clId="Web-{EAB9F667-6271-1F2D-9D8A-69BF29DACB11}" dt="2025-01-30T15:17:36.186" v="341"/>
          <ac:spMkLst>
            <pc:docMk/>
            <pc:sldMk cId="3276290463" sldId="311"/>
            <ac:spMk id="17" creationId="{518E7880-B26B-42CC-BB74-0A00FF79F9F4}"/>
          </ac:spMkLst>
        </pc:spChg>
        <pc:spChg chg="add mod">
          <ac:chgData name="Okechukwu Nduka" userId="S::onduka@purdue.edu::761591c5-9709-4555-bbd4-86467b2e6d37" providerId="AD" clId="Web-{EAB9F667-6271-1F2D-9D8A-69BF29DACB11}" dt="2025-01-30T15:17:36.186" v="341"/>
          <ac:spMkLst>
            <pc:docMk/>
            <pc:sldMk cId="3276290463" sldId="311"/>
            <ac:spMk id="18" creationId="{10D03ED0-7AF3-18B2-BEA3-0A27CBAC919A}"/>
          </ac:spMkLst>
        </pc:spChg>
        <pc:picChg chg="add del mod ord">
          <ac:chgData name="Okechukwu Nduka" userId="S::onduka@purdue.edu::761591c5-9709-4555-bbd4-86467b2e6d37" providerId="AD" clId="Web-{EAB9F667-6271-1F2D-9D8A-69BF29DACB11}" dt="2025-01-30T02:00:39.053" v="101"/>
          <ac:picMkLst>
            <pc:docMk/>
            <pc:sldMk cId="3276290463" sldId="311"/>
            <ac:picMk id="4" creationId="{17FCF64F-A6B4-F6AF-1676-076B678DF691}"/>
          </ac:picMkLst>
        </pc:picChg>
        <pc:picChg chg="add mod ord">
          <ac:chgData name="Okechukwu Nduka" userId="S::onduka@purdue.edu::761591c5-9709-4555-bbd4-86467b2e6d37" providerId="AD" clId="Web-{EAB9F667-6271-1F2D-9D8A-69BF29DACB11}" dt="2025-01-30T15:17:36.186" v="341"/>
          <ac:picMkLst>
            <pc:docMk/>
            <pc:sldMk cId="3276290463" sldId="311"/>
            <ac:picMk id="4" creationId="{3ED7852D-59D5-0BBE-03E0-85A1DAB83021}"/>
          </ac:picMkLst>
        </pc:picChg>
      </pc:sldChg>
      <pc:sldChg chg="addSp delSp modSp addAnim delAnim">
        <pc:chgData name="Okechukwu Nduka" userId="S::onduka@purdue.edu::761591c5-9709-4555-bbd4-86467b2e6d37" providerId="AD" clId="Web-{EAB9F667-6271-1F2D-9D8A-69BF29DACB11}" dt="2025-01-30T15:18:24.391" v="344" actId="14100"/>
        <pc:sldMkLst>
          <pc:docMk/>
          <pc:sldMk cId="1091338601" sldId="313"/>
        </pc:sldMkLst>
        <pc:spChg chg="mod">
          <ac:chgData name="Okechukwu Nduka" userId="S::onduka@purdue.edu::761591c5-9709-4555-bbd4-86467b2e6d37" providerId="AD" clId="Web-{EAB9F667-6271-1F2D-9D8A-69BF29DACB11}" dt="2025-01-30T00:46:40.355" v="74" actId="1076"/>
          <ac:spMkLst>
            <pc:docMk/>
            <pc:sldMk cId="1091338601" sldId="313"/>
            <ac:spMk id="2" creationId="{D5680C9D-A27B-6DD1-2224-DF5C678F0761}"/>
          </ac:spMkLst>
        </pc:spChg>
        <pc:spChg chg="add del mod">
          <ac:chgData name="Okechukwu Nduka" userId="S::onduka@purdue.edu::761591c5-9709-4555-bbd4-86467b2e6d37" providerId="AD" clId="Web-{EAB9F667-6271-1F2D-9D8A-69BF29DACB11}" dt="2025-01-30T02:02:16.712" v="103"/>
          <ac:spMkLst>
            <pc:docMk/>
            <pc:sldMk cId="1091338601" sldId="313"/>
            <ac:spMk id="3" creationId="{7526DC2A-5A2E-0072-C7D9-EB3E80470E79}"/>
          </ac:spMkLst>
        </pc:spChg>
        <pc:spChg chg="add del mod">
          <ac:chgData name="Okechukwu Nduka" userId="S::onduka@purdue.edu::761591c5-9709-4555-bbd4-86467b2e6d37" providerId="AD" clId="Web-{EAB9F667-6271-1F2D-9D8A-69BF29DACB11}" dt="2025-01-30T00:39:10.262" v="37"/>
          <ac:spMkLst>
            <pc:docMk/>
            <pc:sldMk cId="1091338601" sldId="313"/>
            <ac:spMk id="4" creationId="{122A774F-1D95-9FB6-AE56-19DBA483EAB4}"/>
          </ac:spMkLst>
        </pc:spChg>
        <pc:spChg chg="mod">
          <ac:chgData name="Okechukwu Nduka" userId="S::onduka@purdue.edu::761591c5-9709-4555-bbd4-86467b2e6d37" providerId="AD" clId="Web-{EAB9F667-6271-1F2D-9D8A-69BF29DACB11}" dt="2025-01-30T15:18:12.344" v="342" actId="14100"/>
          <ac:spMkLst>
            <pc:docMk/>
            <pc:sldMk cId="1091338601" sldId="313"/>
            <ac:spMk id="5" creationId="{1F20F036-0F88-A549-6E05-B226D035A5B6}"/>
          </ac:spMkLst>
        </pc:spChg>
        <pc:picChg chg="add del mod">
          <ac:chgData name="Okechukwu Nduka" userId="S::onduka@purdue.edu::761591c5-9709-4555-bbd4-86467b2e6d37" providerId="AD" clId="Web-{EAB9F667-6271-1F2D-9D8A-69BF29DACB11}" dt="2025-01-30T00:43:24.005" v="66"/>
          <ac:picMkLst>
            <pc:docMk/>
            <pc:sldMk cId="1091338601" sldId="313"/>
            <ac:picMk id="6" creationId="{8D09B10A-ED8E-5F5A-8149-9059839548AC}"/>
          </ac:picMkLst>
        </pc:picChg>
        <pc:picChg chg="add mod">
          <ac:chgData name="Okechukwu Nduka" userId="S::onduka@purdue.edu::761591c5-9709-4555-bbd4-86467b2e6d37" providerId="AD" clId="Web-{EAB9F667-6271-1F2D-9D8A-69BF29DACB11}" dt="2025-01-30T15:18:24.391" v="344" actId="14100"/>
          <ac:picMkLst>
            <pc:docMk/>
            <pc:sldMk cId="1091338601" sldId="313"/>
            <ac:picMk id="7" creationId="{A2C6E8EB-A618-C943-E704-E55D6D5C3AAA}"/>
          </ac:picMkLst>
        </pc:picChg>
      </pc:sldChg>
    </pc:docChg>
  </pc:docChgLst>
  <pc:docChgLst>
    <pc:chgData name="Kunal Ghosh" userId="S::ghosh178@purdue.edu::e399b507-3df8-48a1-8100-af264806a955" providerId="AD" clId="Web-{3EDAE1DD-E1E6-8A63-6E37-CC4C51CEA9FE}"/>
    <pc:docChg chg="modSld">
      <pc:chgData name="Kunal Ghosh" userId="S::ghosh178@purdue.edu::e399b507-3df8-48a1-8100-af264806a955" providerId="AD" clId="Web-{3EDAE1DD-E1E6-8A63-6E37-CC4C51CEA9FE}" dt="2025-01-31T03:41:12.864" v="2"/>
      <pc:docMkLst>
        <pc:docMk/>
      </pc:docMkLst>
      <pc:sldChg chg="modNotes">
        <pc:chgData name="Kunal Ghosh" userId="S::ghosh178@purdue.edu::e399b507-3df8-48a1-8100-af264806a955" providerId="AD" clId="Web-{3EDAE1DD-E1E6-8A63-6E37-CC4C51CEA9FE}" dt="2025-01-31T03:41:12.864" v="2"/>
        <pc:sldMkLst>
          <pc:docMk/>
          <pc:sldMk cId="1680556081" sldId="322"/>
        </pc:sldMkLst>
      </pc:sldChg>
    </pc:docChg>
  </pc:docChgLst>
  <pc:docChgLst>
    <pc:chgData name="Onur Dincol" userId="S::odincol@purdue.edu::4aac5b7b-0dac-4838-9f19-2be492a945fe" providerId="AD" clId="Web-{EA497F68-42AC-75E7-E4D7-9EEB76C24380}"/>
    <pc:docChg chg="modSld">
      <pc:chgData name="Onur Dincol" userId="S::odincol@purdue.edu::4aac5b7b-0dac-4838-9f19-2be492a945fe" providerId="AD" clId="Web-{EA497F68-42AC-75E7-E4D7-9EEB76C24380}" dt="2025-02-02T23:06:26.424" v="57"/>
      <pc:docMkLst>
        <pc:docMk/>
      </pc:docMkLst>
      <pc:sldChg chg="modNotes">
        <pc:chgData name="Onur Dincol" userId="S::odincol@purdue.edu::4aac5b7b-0dac-4838-9f19-2be492a945fe" providerId="AD" clId="Web-{EA497F68-42AC-75E7-E4D7-9EEB76C24380}" dt="2025-02-02T23:06:26.424" v="57"/>
        <pc:sldMkLst>
          <pc:docMk/>
          <pc:sldMk cId="3276290463" sldId="311"/>
        </pc:sldMkLst>
      </pc:sldChg>
    </pc:docChg>
  </pc:docChgLst>
  <pc:docChgLst>
    <pc:chgData name="Kunal Ghosh" userId="S::ghosh178@purdue.edu::e399b507-3df8-48a1-8100-af264806a955" providerId="AD" clId="Web-{C1EF2B7D-EE10-0597-31A6-94B3FF5EB04C}"/>
    <pc:docChg chg="delSld modSld sldOrd">
      <pc:chgData name="Kunal Ghosh" userId="S::ghosh178@purdue.edu::e399b507-3df8-48a1-8100-af264806a955" providerId="AD" clId="Web-{C1EF2B7D-EE10-0597-31A6-94B3FF5EB04C}" dt="2025-01-30T19:16:19.572" v="146"/>
      <pc:docMkLst>
        <pc:docMk/>
      </pc:docMkLst>
      <pc:sldChg chg="delSp modSp">
        <pc:chgData name="Kunal Ghosh" userId="S::ghosh178@purdue.edu::e399b507-3df8-48a1-8100-af264806a955" providerId="AD" clId="Web-{C1EF2B7D-EE10-0597-31A6-94B3FF5EB04C}" dt="2025-01-30T19:12:24.672" v="145"/>
        <pc:sldMkLst>
          <pc:docMk/>
          <pc:sldMk cId="4154997097" sldId="267"/>
        </pc:sldMkLst>
        <pc:spChg chg="mod">
          <ac:chgData name="Kunal Ghosh" userId="S::ghosh178@purdue.edu::e399b507-3df8-48a1-8100-af264806a955" providerId="AD" clId="Web-{C1EF2B7D-EE10-0597-31A6-94B3FF5EB04C}" dt="2025-01-30T19:12:21.063" v="144" actId="20577"/>
          <ac:spMkLst>
            <pc:docMk/>
            <pc:sldMk cId="4154997097" sldId="267"/>
            <ac:spMk id="3" creationId="{5991BF94-59A9-105F-273E-B29E440F2501}"/>
          </ac:spMkLst>
        </pc:spChg>
        <pc:spChg chg="del">
          <ac:chgData name="Kunal Ghosh" userId="S::ghosh178@purdue.edu::e399b507-3df8-48a1-8100-af264806a955" providerId="AD" clId="Web-{C1EF2B7D-EE10-0597-31A6-94B3FF5EB04C}" dt="2025-01-30T19:12:24.672" v="145"/>
          <ac:spMkLst>
            <pc:docMk/>
            <pc:sldMk cId="4154997097" sldId="267"/>
            <ac:spMk id="4" creationId="{65C1FBB2-390D-59A4-F143-EDCF35093773}"/>
          </ac:spMkLst>
        </pc:spChg>
      </pc:sldChg>
      <pc:sldChg chg="modSp ord">
        <pc:chgData name="Kunal Ghosh" userId="S::ghosh178@purdue.edu::e399b507-3df8-48a1-8100-af264806a955" providerId="AD" clId="Web-{C1EF2B7D-EE10-0597-31A6-94B3FF5EB04C}" dt="2025-01-30T19:16:19.572" v="146"/>
        <pc:sldMkLst>
          <pc:docMk/>
          <pc:sldMk cId="2590382412" sldId="307"/>
        </pc:sldMkLst>
        <pc:spChg chg="mod">
          <ac:chgData name="Kunal Ghosh" userId="S::ghosh178@purdue.edu::e399b507-3df8-48a1-8100-af264806a955" providerId="AD" clId="Web-{C1EF2B7D-EE10-0597-31A6-94B3FF5EB04C}" dt="2025-01-30T18:56:03.856" v="87" actId="20577"/>
          <ac:spMkLst>
            <pc:docMk/>
            <pc:sldMk cId="2590382412" sldId="307"/>
            <ac:spMk id="7" creationId="{50F24650-7671-EFCC-4BF4-A4A5664D5DF1}"/>
          </ac:spMkLst>
        </pc:spChg>
      </pc:sldChg>
      <pc:sldChg chg="ord">
        <pc:chgData name="Kunal Ghosh" userId="S::ghosh178@purdue.edu::e399b507-3df8-48a1-8100-af264806a955" providerId="AD" clId="Web-{C1EF2B7D-EE10-0597-31A6-94B3FF5EB04C}" dt="2025-01-30T18:54:28.805" v="61"/>
        <pc:sldMkLst>
          <pc:docMk/>
          <pc:sldMk cId="1056688820" sldId="308"/>
        </pc:sldMkLst>
      </pc:sldChg>
      <pc:sldChg chg="del">
        <pc:chgData name="Kunal Ghosh" userId="S::ghosh178@purdue.edu::e399b507-3df8-48a1-8100-af264806a955" providerId="AD" clId="Web-{C1EF2B7D-EE10-0597-31A6-94B3FF5EB04C}" dt="2025-01-30T18:49:05.965" v="7"/>
        <pc:sldMkLst>
          <pc:docMk/>
          <pc:sldMk cId="468561105" sldId="309"/>
        </pc:sldMkLst>
      </pc:sldChg>
      <pc:sldChg chg="del">
        <pc:chgData name="Kunal Ghosh" userId="S::ghosh178@purdue.edu::e399b507-3df8-48a1-8100-af264806a955" providerId="AD" clId="Web-{C1EF2B7D-EE10-0597-31A6-94B3FF5EB04C}" dt="2025-01-30T18:48:57.684" v="5"/>
        <pc:sldMkLst>
          <pc:docMk/>
          <pc:sldMk cId="2130742392" sldId="314"/>
        </pc:sldMkLst>
      </pc:sldChg>
      <pc:sldChg chg="modSp ord">
        <pc:chgData name="Kunal Ghosh" userId="S::ghosh178@purdue.edu::e399b507-3df8-48a1-8100-af264806a955" providerId="AD" clId="Web-{C1EF2B7D-EE10-0597-31A6-94B3FF5EB04C}" dt="2025-01-30T18:54:46.009" v="62"/>
        <pc:sldMkLst>
          <pc:docMk/>
          <pc:sldMk cId="2503109505" sldId="317"/>
        </pc:sldMkLst>
        <pc:graphicFrameChg chg="mod modGraphic">
          <ac:chgData name="Kunal Ghosh" userId="S::ghosh178@purdue.edu::e399b507-3df8-48a1-8100-af264806a955" providerId="AD" clId="Web-{C1EF2B7D-EE10-0597-31A6-94B3FF5EB04C}" dt="2025-01-30T18:53:57.788" v="57"/>
          <ac:graphicFrameMkLst>
            <pc:docMk/>
            <pc:sldMk cId="2503109505" sldId="317"/>
            <ac:graphicFrameMk id="6" creationId="{59964F31-F5B9-E6C0-F064-AAE6B6CEE6D3}"/>
          </ac:graphicFrameMkLst>
        </pc:graphicFrameChg>
      </pc:sldChg>
      <pc:sldChg chg="del">
        <pc:chgData name="Kunal Ghosh" userId="S::ghosh178@purdue.edu::e399b507-3df8-48a1-8100-af264806a955" providerId="AD" clId="Web-{C1EF2B7D-EE10-0597-31A6-94B3FF5EB04C}" dt="2025-01-30T18:49:00.387" v="6"/>
        <pc:sldMkLst>
          <pc:docMk/>
          <pc:sldMk cId="4123971144" sldId="319"/>
        </pc:sldMkLst>
      </pc:sldChg>
      <pc:sldChg chg="ord">
        <pc:chgData name="Kunal Ghosh" userId="S::ghosh178@purdue.edu::e399b507-3df8-48a1-8100-af264806a955" providerId="AD" clId="Web-{C1EF2B7D-EE10-0597-31A6-94B3FF5EB04C}" dt="2025-01-30T18:54:57.869" v="63"/>
        <pc:sldMkLst>
          <pc:docMk/>
          <pc:sldMk cId="2426592814" sldId="320"/>
        </pc:sldMkLst>
      </pc:sldChg>
      <pc:sldChg chg="ord">
        <pc:chgData name="Kunal Ghosh" userId="S::ghosh178@purdue.edu::e399b507-3df8-48a1-8100-af264806a955" providerId="AD" clId="Web-{C1EF2B7D-EE10-0597-31A6-94B3FF5EB04C}" dt="2025-01-30T18:55:06.807" v="64"/>
        <pc:sldMkLst>
          <pc:docMk/>
          <pc:sldMk cId="3126466637" sldId="321"/>
        </pc:sldMkLst>
      </pc:sldChg>
      <pc:sldChg chg="addSp delSp modSp mod setBg modNotes">
        <pc:chgData name="Kunal Ghosh" userId="S::ghosh178@purdue.edu::e399b507-3df8-48a1-8100-af264806a955" providerId="AD" clId="Web-{C1EF2B7D-EE10-0597-31A6-94B3FF5EB04C}" dt="2025-01-30T19:10:25.184" v="126"/>
        <pc:sldMkLst>
          <pc:docMk/>
          <pc:sldMk cId="1680556081" sldId="322"/>
        </pc:sldMkLst>
        <pc:spChg chg="mod">
          <ac:chgData name="Kunal Ghosh" userId="S::ghosh178@purdue.edu::e399b507-3df8-48a1-8100-af264806a955" providerId="AD" clId="Web-{C1EF2B7D-EE10-0597-31A6-94B3FF5EB04C}" dt="2025-01-30T19:09:22.041" v="111" actId="20577"/>
          <ac:spMkLst>
            <pc:docMk/>
            <pc:sldMk cId="1680556081" sldId="322"/>
            <ac:spMk id="2" creationId="{D5680C9D-A27B-6DD1-2224-DF5C678F0761}"/>
          </ac:spMkLst>
        </pc:spChg>
        <pc:spChg chg="mod">
          <ac:chgData name="Kunal Ghosh" userId="S::ghosh178@purdue.edu::e399b507-3df8-48a1-8100-af264806a955" providerId="AD" clId="Web-{C1EF2B7D-EE10-0597-31A6-94B3FF5EB04C}" dt="2025-01-30T19:09:17.150" v="110" actId="20577"/>
          <ac:spMkLst>
            <pc:docMk/>
            <pc:sldMk cId="1680556081" sldId="322"/>
            <ac:spMk id="3" creationId="{7526DC2A-5A2E-0072-C7D9-EB3E80470E79}"/>
          </ac:spMkLst>
        </pc:spChg>
        <pc:spChg chg="del">
          <ac:chgData name="Kunal Ghosh" userId="S::ghosh178@purdue.edu::e399b507-3df8-48a1-8100-af264806a955" providerId="AD" clId="Web-{C1EF2B7D-EE10-0597-31A6-94B3FF5EB04C}" dt="2025-01-30T19:06:06.237" v="88"/>
          <ac:spMkLst>
            <pc:docMk/>
            <pc:sldMk cId="1680556081" sldId="322"/>
            <ac:spMk id="5" creationId="{1F20F036-0F88-A549-6E05-B226D035A5B6}"/>
          </ac:spMkLst>
        </pc:spChg>
        <pc:spChg chg="add mod">
          <ac:chgData name="Kunal Ghosh" userId="S::ghosh178@purdue.edu::e399b507-3df8-48a1-8100-af264806a955" providerId="AD" clId="Web-{C1EF2B7D-EE10-0597-31A6-94B3FF5EB04C}" dt="2025-01-30T19:10:25.184" v="126"/>
          <ac:spMkLst>
            <pc:docMk/>
            <pc:sldMk cId="1680556081" sldId="322"/>
            <ac:spMk id="6" creationId="{711CA331-DE83-3F47-273F-03EE3A24F969}"/>
          </ac:spMkLst>
        </pc:spChg>
        <pc:picChg chg="add del mod">
          <ac:chgData name="Kunal Ghosh" userId="S::ghosh178@purdue.edu::e399b507-3df8-48a1-8100-af264806a955" providerId="AD" clId="Web-{C1EF2B7D-EE10-0597-31A6-94B3FF5EB04C}" dt="2025-01-30T19:06:29.472" v="90"/>
          <ac:picMkLst>
            <pc:docMk/>
            <pc:sldMk cId="1680556081" sldId="322"/>
            <ac:picMk id="4" creationId="{E799D380-E498-A09C-2B20-1C7C536BCAD1}"/>
          </ac:picMkLst>
        </pc:picChg>
      </pc:sldChg>
    </pc:docChg>
  </pc:docChgLst>
  <pc:docChgLst>
    <pc:chgData name="Kunal Ghosh" userId="S::ghosh178@purdue.edu::e399b507-3df8-48a1-8100-af264806a955" providerId="AD" clId="Web-{192E2295-DD75-12CF-0BAB-7538DAFB2644}"/>
    <pc:docChg chg="modSld">
      <pc:chgData name="Kunal Ghosh" userId="S::ghosh178@purdue.edu::e399b507-3df8-48a1-8100-af264806a955" providerId="AD" clId="Web-{192E2295-DD75-12CF-0BAB-7538DAFB2644}" dt="2025-02-04T03:45:00.339" v="14" actId="14100"/>
      <pc:docMkLst>
        <pc:docMk/>
      </pc:docMkLst>
      <pc:sldChg chg="addSp delSp modSp">
        <pc:chgData name="Kunal Ghosh" userId="S::ghosh178@purdue.edu::e399b507-3df8-48a1-8100-af264806a955" providerId="AD" clId="Web-{192E2295-DD75-12CF-0BAB-7538DAFB2644}" dt="2025-02-04T03:45:00.339" v="14" actId="14100"/>
        <pc:sldMkLst>
          <pc:docMk/>
          <pc:sldMk cId="3035040294" sldId="256"/>
        </pc:sldMkLst>
        <pc:spChg chg="add del mod">
          <ac:chgData name="Kunal Ghosh" userId="S::ghosh178@purdue.edu::e399b507-3df8-48a1-8100-af264806a955" providerId="AD" clId="Web-{192E2295-DD75-12CF-0BAB-7538DAFB2644}" dt="2025-02-04T03:44:24.353" v="3"/>
          <ac:spMkLst>
            <pc:docMk/>
            <pc:sldMk cId="3035040294" sldId="256"/>
            <ac:spMk id="5" creationId="{799B02AA-5E1D-CE80-3DD1-8E02A4A3E470}"/>
          </ac:spMkLst>
        </pc:spChg>
        <pc:spChg chg="add mod">
          <ac:chgData name="Kunal Ghosh" userId="S::ghosh178@purdue.edu::e399b507-3df8-48a1-8100-af264806a955" providerId="AD" clId="Web-{192E2295-DD75-12CF-0BAB-7538DAFB2644}" dt="2025-02-04T03:45:00.339" v="14" actId="14100"/>
          <ac:spMkLst>
            <pc:docMk/>
            <pc:sldMk cId="3035040294" sldId="256"/>
            <ac:spMk id="6" creationId="{4F8D9874-8BAF-D5FD-43CF-2DD363A37852}"/>
          </ac:spMkLst>
        </pc:spChg>
      </pc:sldChg>
    </pc:docChg>
  </pc:docChgLst>
  <pc:docChgLst>
    <pc:chgData name="Austin Watson" userId="S::watso364@purdue.edu::31d1fcba-90a4-421b-a347-1a85e1eed54a" providerId="AD" clId="Web-{976285C4-379B-6417-773B-FB018B7BED41}"/>
    <pc:docChg chg="modSld">
      <pc:chgData name="Austin Watson" userId="S::watso364@purdue.edu::31d1fcba-90a4-421b-a347-1a85e1eed54a" providerId="AD" clId="Web-{976285C4-379B-6417-773B-FB018B7BED41}" dt="2025-01-30T17:13:37.490" v="72" actId="20577"/>
      <pc:docMkLst>
        <pc:docMk/>
      </pc:docMkLst>
      <pc:sldChg chg="addSp delSp modSp mod modClrScheme chgLayout modNotes">
        <pc:chgData name="Austin Watson" userId="S::watso364@purdue.edu::31d1fcba-90a4-421b-a347-1a85e1eed54a" providerId="AD" clId="Web-{976285C4-379B-6417-773B-FB018B7BED41}" dt="2025-01-29T16:27:09.597" v="53"/>
        <pc:sldMkLst>
          <pc:docMk/>
          <pc:sldMk cId="3035040294" sldId="256"/>
        </pc:sldMkLst>
        <pc:spChg chg="mod">
          <ac:chgData name="Austin Watson" userId="S::watso364@purdue.edu::31d1fcba-90a4-421b-a347-1a85e1eed54a" providerId="AD" clId="Web-{976285C4-379B-6417-773B-FB018B7BED41}" dt="2025-01-29T16:17:03.107" v="28"/>
          <ac:spMkLst>
            <pc:docMk/>
            <pc:sldMk cId="3035040294" sldId="256"/>
            <ac:spMk id="2" creationId="{12307E03-5607-C286-502F-896BDDE9B00F}"/>
          </ac:spMkLst>
        </pc:spChg>
        <pc:spChg chg="mod">
          <ac:chgData name="Austin Watson" userId="S::watso364@purdue.edu::31d1fcba-90a4-421b-a347-1a85e1eed54a" providerId="AD" clId="Web-{976285C4-379B-6417-773B-FB018B7BED41}" dt="2025-01-29T16:17:03.107" v="28"/>
          <ac:spMkLst>
            <pc:docMk/>
            <pc:sldMk cId="3035040294" sldId="256"/>
            <ac:spMk id="3" creationId="{477BB108-E67D-2676-75B8-2D4B64BF52A1}"/>
          </ac:spMkLst>
        </pc:spChg>
        <pc:spChg chg="del">
          <ac:chgData name="Austin Watson" userId="S::watso364@purdue.edu::31d1fcba-90a4-421b-a347-1a85e1eed54a" providerId="AD" clId="Web-{976285C4-379B-6417-773B-FB018B7BED41}" dt="2025-01-29T16:11:22.110" v="5"/>
          <ac:spMkLst>
            <pc:docMk/>
            <pc:sldMk cId="3035040294" sldId="256"/>
            <ac:spMk id="5" creationId="{3D6FA525-798E-1068-E77B-631360E37385}"/>
          </ac:spMkLst>
        </pc:spChg>
        <pc:spChg chg="add del mod">
          <ac:chgData name="Austin Watson" userId="S::watso364@purdue.edu::31d1fcba-90a4-421b-a347-1a85e1eed54a" providerId="AD" clId="Web-{976285C4-379B-6417-773B-FB018B7BED41}" dt="2025-01-29T16:17:03.107" v="28"/>
          <ac:spMkLst>
            <pc:docMk/>
            <pc:sldMk cId="3035040294" sldId="256"/>
            <ac:spMk id="9" creationId="{1E18357B-A545-BB85-AD45-5C4B72F76968}"/>
          </ac:spMkLst>
        </pc:spChg>
        <pc:picChg chg="add mod modCrop">
          <ac:chgData name="Austin Watson" userId="S::watso364@purdue.edu::31d1fcba-90a4-421b-a347-1a85e1eed54a" providerId="AD" clId="Web-{976285C4-379B-6417-773B-FB018B7BED41}" dt="2025-01-29T16:17:57.015" v="33" actId="1076"/>
          <ac:picMkLst>
            <pc:docMk/>
            <pc:sldMk cId="3035040294" sldId="256"/>
            <ac:picMk id="4" creationId="{561C2455-007F-76A0-8076-35552CD86C16}"/>
          </ac:picMkLst>
        </pc:picChg>
      </pc:sldChg>
      <pc:sldChg chg="modSp">
        <pc:chgData name="Austin Watson" userId="S::watso364@purdue.edu::31d1fcba-90a4-421b-a347-1a85e1eed54a" providerId="AD" clId="Web-{976285C4-379B-6417-773B-FB018B7BED41}" dt="2025-01-30T17:13:37.490" v="72" actId="20577"/>
        <pc:sldMkLst>
          <pc:docMk/>
          <pc:sldMk cId="468561105" sldId="309"/>
        </pc:sldMkLst>
        <pc:spChg chg="mod">
          <ac:chgData name="Austin Watson" userId="S::watso364@purdue.edu::31d1fcba-90a4-421b-a347-1a85e1eed54a" providerId="AD" clId="Web-{976285C4-379B-6417-773B-FB018B7BED41}" dt="2025-01-30T17:13:37.490" v="72" actId="20577"/>
          <ac:spMkLst>
            <pc:docMk/>
            <pc:sldMk cId="468561105" sldId="309"/>
            <ac:spMk id="3" creationId="{60634B81-13E9-1D87-6C36-1E699F921500}"/>
          </ac:spMkLst>
        </pc:spChg>
      </pc:sldChg>
    </pc:docChg>
  </pc:docChgLst>
  <pc:docChgLst>
    <pc:chgData name="Onur Dincol" userId="S::odincol@purdue.edu::4aac5b7b-0dac-4838-9f19-2be492a945fe" providerId="AD" clId="Web-{3D410DF6-77A0-F0E4-0AE1-50D7E4087896}"/>
    <pc:docChg chg="modSld">
      <pc:chgData name="Onur Dincol" userId="S::odincol@purdue.edu::4aac5b7b-0dac-4838-9f19-2be492a945fe" providerId="AD" clId="Web-{3D410DF6-77A0-F0E4-0AE1-50D7E4087896}" dt="2025-01-30T19:01:26.653" v="0"/>
      <pc:docMkLst>
        <pc:docMk/>
      </pc:docMkLst>
      <pc:sldChg chg="delSp">
        <pc:chgData name="Onur Dincol" userId="S::odincol@purdue.edu::4aac5b7b-0dac-4838-9f19-2be492a945fe" providerId="AD" clId="Web-{3D410DF6-77A0-F0E4-0AE1-50D7E4087896}" dt="2025-01-30T19:01:26.653" v="0"/>
        <pc:sldMkLst>
          <pc:docMk/>
          <pc:sldMk cId="3276290463" sldId="311"/>
        </pc:sldMkLst>
        <pc:spChg chg="del">
          <ac:chgData name="Onur Dincol" userId="S::odincol@purdue.edu::4aac5b7b-0dac-4838-9f19-2be492a945fe" providerId="AD" clId="Web-{3D410DF6-77A0-F0E4-0AE1-50D7E4087896}" dt="2025-01-30T19:01:26.653" v="0"/>
          <ac:spMkLst>
            <pc:docMk/>
            <pc:sldMk cId="3276290463" sldId="311"/>
            <ac:spMk id="17" creationId="{518E7880-B26B-42CC-BB74-0A00FF79F9F4}"/>
          </ac:spMkLst>
        </pc:spChg>
      </pc:sldChg>
    </pc:docChg>
  </pc:docChgLst>
  <pc:docChgLst>
    <pc:chgData name="Kunal Ghosh" userId="S::ghosh178@purdue.edu::e399b507-3df8-48a1-8100-af264806a955" providerId="AD" clId="Web-{3DDF9D78-2A96-51EC-121A-2A48D942812B}"/>
    <pc:docChg chg="addSld delSld modSld">
      <pc:chgData name="Kunal Ghosh" userId="S::ghosh178@purdue.edu::e399b507-3df8-48a1-8100-af264806a955" providerId="AD" clId="Web-{3DDF9D78-2A96-51EC-121A-2A48D942812B}" dt="2025-01-24T15:35:28.954" v="61"/>
      <pc:docMkLst>
        <pc:docMk/>
      </pc:docMkLst>
      <pc:sldChg chg="del">
        <pc:chgData name="Kunal Ghosh" userId="S::ghosh178@purdue.edu::e399b507-3df8-48a1-8100-af264806a955" providerId="AD" clId="Web-{3DDF9D78-2A96-51EC-121A-2A48D942812B}" dt="2025-01-24T15:35:28.954" v="61"/>
        <pc:sldMkLst>
          <pc:docMk/>
          <pc:sldMk cId="4144218707" sldId="312"/>
        </pc:sldMkLst>
      </pc:sldChg>
      <pc:sldChg chg="modSp">
        <pc:chgData name="Kunal Ghosh" userId="S::ghosh178@purdue.edu::e399b507-3df8-48a1-8100-af264806a955" providerId="AD" clId="Web-{3DDF9D78-2A96-51EC-121A-2A48D942812B}" dt="2025-01-24T15:35:25.939" v="60" actId="20577"/>
        <pc:sldMkLst>
          <pc:docMk/>
          <pc:sldMk cId="1091338601" sldId="313"/>
        </pc:sldMkLst>
        <pc:spChg chg="mod">
          <ac:chgData name="Kunal Ghosh" userId="S::ghosh178@purdue.edu::e399b507-3df8-48a1-8100-af264806a955" providerId="AD" clId="Web-{3DDF9D78-2A96-51EC-121A-2A48D942812B}" dt="2025-01-24T15:35:25.939" v="60" actId="20577"/>
          <ac:spMkLst>
            <pc:docMk/>
            <pc:sldMk cId="1091338601" sldId="313"/>
            <ac:spMk id="2" creationId="{D5680C9D-A27B-6DD1-2224-DF5C678F0761}"/>
          </ac:spMkLst>
        </pc:spChg>
      </pc:sldChg>
      <pc:sldChg chg="modSp">
        <pc:chgData name="Kunal Ghosh" userId="S::ghosh178@purdue.edu::e399b507-3df8-48a1-8100-af264806a955" providerId="AD" clId="Web-{3DDF9D78-2A96-51EC-121A-2A48D942812B}" dt="2025-01-24T15:34:22.655" v="57"/>
        <pc:sldMkLst>
          <pc:docMk/>
          <pc:sldMk cId="2503109505" sldId="317"/>
        </pc:sldMkLst>
        <pc:graphicFrameChg chg="mod modGraphic">
          <ac:chgData name="Kunal Ghosh" userId="S::ghosh178@purdue.edu::e399b507-3df8-48a1-8100-af264806a955" providerId="AD" clId="Web-{3DDF9D78-2A96-51EC-121A-2A48D942812B}" dt="2025-01-24T15:34:22.655" v="57"/>
          <ac:graphicFrameMkLst>
            <pc:docMk/>
            <pc:sldMk cId="2503109505" sldId="317"/>
            <ac:graphicFrameMk id="6" creationId="{59964F31-F5B9-E6C0-F064-AAE6B6CEE6D3}"/>
          </ac:graphicFrameMkLst>
        </pc:graphicFrameChg>
      </pc:sldChg>
      <pc:sldChg chg="add replId">
        <pc:chgData name="Kunal Ghosh" userId="S::ghosh178@purdue.edu::e399b507-3df8-48a1-8100-af264806a955" providerId="AD" clId="Web-{3DDF9D78-2A96-51EC-121A-2A48D942812B}" dt="2025-01-24T15:35:18.220" v="58"/>
        <pc:sldMkLst>
          <pc:docMk/>
          <pc:sldMk cId="1680556081" sldId="322"/>
        </pc:sldMkLst>
      </pc:sldChg>
    </pc:docChg>
  </pc:docChgLst>
  <pc:docChgLst>
    <pc:chgData name="Kunal Ghosh" userId="S::ghosh178@purdue.edu::e399b507-3df8-48a1-8100-af264806a955" providerId="AD" clId="Web-{622F45C2-AC2B-544D-6491-384DB0BCA4CA}"/>
    <pc:docChg chg="modSld">
      <pc:chgData name="Kunal Ghosh" userId="S::ghosh178@purdue.edu::e399b507-3df8-48a1-8100-af264806a955" providerId="AD" clId="Web-{622F45C2-AC2B-544D-6491-384DB0BCA4CA}" dt="2025-02-04T04:59:56.840" v="4"/>
      <pc:docMkLst>
        <pc:docMk/>
      </pc:docMkLst>
      <pc:sldChg chg="modSp">
        <pc:chgData name="Kunal Ghosh" userId="S::ghosh178@purdue.edu::e399b507-3df8-48a1-8100-af264806a955" providerId="AD" clId="Web-{622F45C2-AC2B-544D-6491-384DB0BCA4CA}" dt="2025-02-04T04:59:44.121" v="2" actId="20577"/>
        <pc:sldMkLst>
          <pc:docMk/>
          <pc:sldMk cId="3035040294" sldId="256"/>
        </pc:sldMkLst>
        <pc:spChg chg="mod">
          <ac:chgData name="Kunal Ghosh" userId="S::ghosh178@purdue.edu::e399b507-3df8-48a1-8100-af264806a955" providerId="AD" clId="Web-{622F45C2-AC2B-544D-6491-384DB0BCA4CA}" dt="2025-02-04T04:59:44.121" v="2" actId="20577"/>
          <ac:spMkLst>
            <pc:docMk/>
            <pc:sldMk cId="3035040294" sldId="256"/>
            <ac:spMk id="6" creationId="{4F8D9874-8BAF-D5FD-43CF-2DD363A37852}"/>
          </ac:spMkLst>
        </pc:spChg>
      </pc:sldChg>
      <pc:sldChg chg="addSp">
        <pc:chgData name="Kunal Ghosh" userId="S::ghosh178@purdue.edu::e399b507-3df8-48a1-8100-af264806a955" providerId="AD" clId="Web-{622F45C2-AC2B-544D-6491-384DB0BCA4CA}" dt="2025-02-04T04:59:53.902" v="3"/>
        <pc:sldMkLst>
          <pc:docMk/>
          <pc:sldMk cId="3276290463" sldId="311"/>
        </pc:sldMkLst>
        <pc:spChg chg="add">
          <ac:chgData name="Kunal Ghosh" userId="S::ghosh178@purdue.edu::e399b507-3df8-48a1-8100-af264806a955" providerId="AD" clId="Web-{622F45C2-AC2B-544D-6491-384DB0BCA4CA}" dt="2025-02-04T04:59:53.902" v="3"/>
          <ac:spMkLst>
            <pc:docMk/>
            <pc:sldMk cId="3276290463" sldId="311"/>
            <ac:spMk id="6" creationId="{E2333569-0506-53B2-8169-6D1BD4584189}"/>
          </ac:spMkLst>
        </pc:spChg>
      </pc:sldChg>
      <pc:sldChg chg="addSp">
        <pc:chgData name="Kunal Ghosh" userId="S::ghosh178@purdue.edu::e399b507-3df8-48a1-8100-af264806a955" providerId="AD" clId="Web-{622F45C2-AC2B-544D-6491-384DB0BCA4CA}" dt="2025-02-04T04:59:56.840" v="4"/>
        <pc:sldMkLst>
          <pc:docMk/>
          <pc:sldMk cId="1091338601" sldId="313"/>
        </pc:sldMkLst>
        <pc:spChg chg="add">
          <ac:chgData name="Kunal Ghosh" userId="S::ghosh178@purdue.edu::e399b507-3df8-48a1-8100-af264806a955" providerId="AD" clId="Web-{622F45C2-AC2B-544D-6491-384DB0BCA4CA}" dt="2025-02-04T04:59:56.840" v="4"/>
          <ac:spMkLst>
            <pc:docMk/>
            <pc:sldMk cId="1091338601" sldId="313"/>
            <ac:spMk id="4" creationId="{365F3C69-1A79-72E0-2671-B3CD06CE40AC}"/>
          </ac:spMkLst>
        </pc:spChg>
      </pc:sldChg>
    </pc:docChg>
  </pc:docChgLst>
  <pc:docChgLst>
    <pc:chgData name="Kunal Ghosh" userId="c7d400ffb3130a3a" providerId="LiveId" clId="{692C3EC6-B3C2-43D0-ADE5-E8296C5B605E}"/>
    <pc:docChg chg="undo redo custSel addSld delSld modSld sldOrd">
      <pc:chgData name="Kunal Ghosh" userId="c7d400ffb3130a3a" providerId="LiveId" clId="{692C3EC6-B3C2-43D0-ADE5-E8296C5B605E}" dt="2025-01-24T15:12:21.632" v="2765" actId="20577"/>
      <pc:docMkLst>
        <pc:docMk/>
      </pc:docMkLst>
      <pc:sldChg chg="addSp delSp modSp mod ord modClrScheme modAnim chgLayout">
        <pc:chgData name="Kunal Ghosh" userId="c7d400ffb3130a3a" providerId="LiveId" clId="{692C3EC6-B3C2-43D0-ADE5-E8296C5B605E}" dt="2025-01-22T09:54:40.889" v="1119" actId="27636"/>
        <pc:sldMkLst>
          <pc:docMk/>
          <pc:sldMk cId="3035040294" sldId="256"/>
        </pc:sldMkLst>
        <pc:spChg chg="mod ord">
          <ac:chgData name="Kunal Ghosh" userId="c7d400ffb3130a3a" providerId="LiveId" clId="{692C3EC6-B3C2-43D0-ADE5-E8296C5B605E}" dt="2025-01-22T09:54:40.889" v="1119" actId="27636"/>
          <ac:spMkLst>
            <pc:docMk/>
            <pc:sldMk cId="3035040294" sldId="256"/>
            <ac:spMk id="2" creationId="{12307E03-5607-C286-502F-896BDDE9B00F}"/>
          </ac:spMkLst>
        </pc:spChg>
        <pc:spChg chg="mod ord">
          <ac:chgData name="Kunal Ghosh" userId="c7d400ffb3130a3a" providerId="LiveId" clId="{692C3EC6-B3C2-43D0-ADE5-E8296C5B605E}" dt="2025-01-22T09:54:40.873" v="1118" actId="700"/>
          <ac:spMkLst>
            <pc:docMk/>
            <pc:sldMk cId="3035040294" sldId="256"/>
            <ac:spMk id="3" creationId="{477BB108-E67D-2676-75B8-2D4B64BF52A1}"/>
          </ac:spMkLst>
        </pc:spChg>
        <pc:spChg chg="add mod ord">
          <ac:chgData name="Kunal Ghosh" userId="c7d400ffb3130a3a" providerId="LiveId" clId="{692C3EC6-B3C2-43D0-ADE5-E8296C5B605E}" dt="2025-01-22T09:54:40.873" v="1118" actId="700"/>
          <ac:spMkLst>
            <pc:docMk/>
            <pc:sldMk cId="3035040294" sldId="256"/>
            <ac:spMk id="5" creationId="{3D6FA525-798E-1068-E77B-631360E37385}"/>
          </ac:spMkLst>
        </pc:spChg>
      </pc:sldChg>
      <pc:sldChg chg="mod modShow">
        <pc:chgData name="Kunal Ghosh" userId="c7d400ffb3130a3a" providerId="LiveId" clId="{692C3EC6-B3C2-43D0-ADE5-E8296C5B605E}" dt="2025-01-24T05:23:54.055" v="2123" actId="729"/>
        <pc:sldMkLst>
          <pc:docMk/>
          <pc:sldMk cId="2361594818" sldId="257"/>
        </pc:sldMkLst>
      </pc:sldChg>
      <pc:sldChg chg="mod modShow">
        <pc:chgData name="Kunal Ghosh" userId="c7d400ffb3130a3a" providerId="LiveId" clId="{692C3EC6-B3C2-43D0-ADE5-E8296C5B605E}" dt="2025-01-24T05:23:54.055" v="2123" actId="729"/>
        <pc:sldMkLst>
          <pc:docMk/>
          <pc:sldMk cId="3666090097" sldId="258"/>
        </pc:sldMkLst>
      </pc:sldChg>
      <pc:sldChg chg="mod modShow">
        <pc:chgData name="Kunal Ghosh" userId="c7d400ffb3130a3a" providerId="LiveId" clId="{692C3EC6-B3C2-43D0-ADE5-E8296C5B605E}" dt="2025-01-24T05:23:54.055" v="2123" actId="729"/>
        <pc:sldMkLst>
          <pc:docMk/>
          <pc:sldMk cId="932748493" sldId="259"/>
        </pc:sldMkLst>
      </pc:sldChg>
      <pc:sldChg chg="mod modShow">
        <pc:chgData name="Kunal Ghosh" userId="c7d400ffb3130a3a" providerId="LiveId" clId="{692C3EC6-B3C2-43D0-ADE5-E8296C5B605E}" dt="2025-01-24T05:23:54.055" v="2123" actId="729"/>
        <pc:sldMkLst>
          <pc:docMk/>
          <pc:sldMk cId="2870390396" sldId="260"/>
        </pc:sldMkLst>
      </pc:sldChg>
      <pc:sldChg chg="mod modShow">
        <pc:chgData name="Kunal Ghosh" userId="c7d400ffb3130a3a" providerId="LiveId" clId="{692C3EC6-B3C2-43D0-ADE5-E8296C5B605E}" dt="2025-01-24T05:23:54.055" v="2123" actId="729"/>
        <pc:sldMkLst>
          <pc:docMk/>
          <pc:sldMk cId="4010976476" sldId="262"/>
        </pc:sldMkLst>
      </pc:sldChg>
      <pc:sldChg chg="mod modShow">
        <pc:chgData name="Kunal Ghosh" userId="c7d400ffb3130a3a" providerId="LiveId" clId="{692C3EC6-B3C2-43D0-ADE5-E8296C5B605E}" dt="2025-01-24T05:23:54.055" v="2123" actId="729"/>
        <pc:sldMkLst>
          <pc:docMk/>
          <pc:sldMk cId="1119801829" sldId="266"/>
        </pc:sldMkLst>
      </pc:sldChg>
      <pc:sldChg chg="addSp delSp modSp mod">
        <pc:chgData name="Kunal Ghosh" userId="c7d400ffb3130a3a" providerId="LiveId" clId="{692C3EC6-B3C2-43D0-ADE5-E8296C5B605E}" dt="2025-01-22T09:58:49.240" v="1180" actId="403"/>
        <pc:sldMkLst>
          <pc:docMk/>
          <pc:sldMk cId="4154997097" sldId="267"/>
        </pc:sldMkLst>
        <pc:spChg chg="mod">
          <ac:chgData name="Kunal Ghosh" userId="c7d400ffb3130a3a" providerId="LiveId" clId="{692C3EC6-B3C2-43D0-ADE5-E8296C5B605E}" dt="2025-01-22T09:58:49.240" v="1180" actId="403"/>
          <ac:spMkLst>
            <pc:docMk/>
            <pc:sldMk cId="4154997097" sldId="267"/>
            <ac:spMk id="2" creationId="{44DF09A7-CF48-9701-322A-A0BBD1C2F6CD}"/>
          </ac:spMkLst>
        </pc:spChg>
        <pc:spChg chg="mod">
          <ac:chgData name="Kunal Ghosh" userId="c7d400ffb3130a3a" providerId="LiveId" clId="{692C3EC6-B3C2-43D0-ADE5-E8296C5B605E}" dt="2025-01-22T09:57:36.621" v="1177" actId="20577"/>
          <ac:spMkLst>
            <pc:docMk/>
            <pc:sldMk cId="4154997097" sldId="267"/>
            <ac:spMk id="3" creationId="{5991BF94-59A9-105F-273E-B29E440F2501}"/>
          </ac:spMkLst>
        </pc:spChg>
        <pc:spChg chg="add mod">
          <ac:chgData name="Kunal Ghosh" userId="c7d400ffb3130a3a" providerId="LiveId" clId="{692C3EC6-B3C2-43D0-ADE5-E8296C5B605E}" dt="2025-01-22T06:20:52.941" v="354" actId="5793"/>
          <ac:spMkLst>
            <pc:docMk/>
            <pc:sldMk cId="4154997097" sldId="267"/>
            <ac:spMk id="4" creationId="{65C1FBB2-390D-59A4-F143-EDCF35093773}"/>
          </ac:spMkLst>
        </pc:spChg>
      </pc:sldChg>
      <pc:sldChg chg="mod modShow">
        <pc:chgData name="Kunal Ghosh" userId="c7d400ffb3130a3a" providerId="LiveId" clId="{692C3EC6-B3C2-43D0-ADE5-E8296C5B605E}" dt="2025-01-24T05:23:54.055" v="2123" actId="729"/>
        <pc:sldMkLst>
          <pc:docMk/>
          <pc:sldMk cId="4251855305" sldId="268"/>
        </pc:sldMkLst>
      </pc:sldChg>
      <pc:sldChg chg="mod modShow">
        <pc:chgData name="Kunal Ghosh" userId="c7d400ffb3130a3a" providerId="LiveId" clId="{692C3EC6-B3C2-43D0-ADE5-E8296C5B605E}" dt="2025-01-24T05:23:54.055" v="2123" actId="729"/>
        <pc:sldMkLst>
          <pc:docMk/>
          <pc:sldMk cId="1404612451" sldId="269"/>
        </pc:sldMkLst>
      </pc:sldChg>
      <pc:sldChg chg="mod modShow">
        <pc:chgData name="Kunal Ghosh" userId="c7d400ffb3130a3a" providerId="LiveId" clId="{692C3EC6-B3C2-43D0-ADE5-E8296C5B605E}" dt="2025-01-24T05:23:54.055" v="2123" actId="729"/>
        <pc:sldMkLst>
          <pc:docMk/>
          <pc:sldMk cId="2396541706" sldId="270"/>
        </pc:sldMkLst>
      </pc:sldChg>
      <pc:sldChg chg="mod modShow">
        <pc:chgData name="Kunal Ghosh" userId="c7d400ffb3130a3a" providerId="LiveId" clId="{692C3EC6-B3C2-43D0-ADE5-E8296C5B605E}" dt="2025-01-24T05:23:54.055" v="2123" actId="729"/>
        <pc:sldMkLst>
          <pc:docMk/>
          <pc:sldMk cId="790469898" sldId="273"/>
        </pc:sldMkLst>
      </pc:sldChg>
      <pc:sldChg chg="mod modShow">
        <pc:chgData name="Kunal Ghosh" userId="c7d400ffb3130a3a" providerId="LiveId" clId="{692C3EC6-B3C2-43D0-ADE5-E8296C5B605E}" dt="2025-01-24T05:23:54.055" v="2123" actId="729"/>
        <pc:sldMkLst>
          <pc:docMk/>
          <pc:sldMk cId="846219069" sldId="274"/>
        </pc:sldMkLst>
      </pc:sldChg>
      <pc:sldChg chg="mod modShow">
        <pc:chgData name="Kunal Ghosh" userId="c7d400ffb3130a3a" providerId="LiveId" clId="{692C3EC6-B3C2-43D0-ADE5-E8296C5B605E}" dt="2025-01-24T05:23:54.055" v="2123" actId="729"/>
        <pc:sldMkLst>
          <pc:docMk/>
          <pc:sldMk cId="3510770798" sldId="275"/>
        </pc:sldMkLst>
      </pc:sldChg>
      <pc:sldChg chg="mod modShow">
        <pc:chgData name="Kunal Ghosh" userId="c7d400ffb3130a3a" providerId="LiveId" clId="{692C3EC6-B3C2-43D0-ADE5-E8296C5B605E}" dt="2025-01-24T05:23:54.055" v="2123" actId="729"/>
        <pc:sldMkLst>
          <pc:docMk/>
          <pc:sldMk cId="2617692043" sldId="280"/>
        </pc:sldMkLst>
      </pc:sldChg>
      <pc:sldChg chg="mod modShow">
        <pc:chgData name="Kunal Ghosh" userId="c7d400ffb3130a3a" providerId="LiveId" clId="{692C3EC6-B3C2-43D0-ADE5-E8296C5B605E}" dt="2025-01-24T05:23:54.055" v="2123" actId="729"/>
        <pc:sldMkLst>
          <pc:docMk/>
          <pc:sldMk cId="2618194783" sldId="283"/>
        </pc:sldMkLst>
      </pc:sldChg>
      <pc:sldChg chg="mod modShow">
        <pc:chgData name="Kunal Ghosh" userId="c7d400ffb3130a3a" providerId="LiveId" clId="{692C3EC6-B3C2-43D0-ADE5-E8296C5B605E}" dt="2025-01-24T05:23:54.055" v="2123" actId="729"/>
        <pc:sldMkLst>
          <pc:docMk/>
          <pc:sldMk cId="344562826" sldId="295"/>
        </pc:sldMkLst>
      </pc:sldChg>
      <pc:sldChg chg="mod modShow">
        <pc:chgData name="Kunal Ghosh" userId="c7d400ffb3130a3a" providerId="LiveId" clId="{692C3EC6-B3C2-43D0-ADE5-E8296C5B605E}" dt="2025-01-24T05:23:54.055" v="2123" actId="729"/>
        <pc:sldMkLst>
          <pc:docMk/>
          <pc:sldMk cId="2236811927" sldId="297"/>
        </pc:sldMkLst>
      </pc:sldChg>
      <pc:sldChg chg="mod modShow">
        <pc:chgData name="Kunal Ghosh" userId="c7d400ffb3130a3a" providerId="LiveId" clId="{692C3EC6-B3C2-43D0-ADE5-E8296C5B605E}" dt="2025-01-24T05:23:54.055" v="2123" actId="729"/>
        <pc:sldMkLst>
          <pc:docMk/>
          <pc:sldMk cId="4250242302" sldId="298"/>
        </pc:sldMkLst>
      </pc:sldChg>
      <pc:sldChg chg="mod modShow">
        <pc:chgData name="Kunal Ghosh" userId="c7d400ffb3130a3a" providerId="LiveId" clId="{692C3EC6-B3C2-43D0-ADE5-E8296C5B605E}" dt="2025-01-24T05:23:54.055" v="2123" actId="729"/>
        <pc:sldMkLst>
          <pc:docMk/>
          <pc:sldMk cId="3491471171" sldId="300"/>
        </pc:sldMkLst>
      </pc:sldChg>
      <pc:sldChg chg="mod modShow">
        <pc:chgData name="Kunal Ghosh" userId="c7d400ffb3130a3a" providerId="LiveId" clId="{692C3EC6-B3C2-43D0-ADE5-E8296C5B605E}" dt="2025-01-24T05:23:54.055" v="2123" actId="729"/>
        <pc:sldMkLst>
          <pc:docMk/>
          <pc:sldMk cId="1787866221" sldId="302"/>
        </pc:sldMkLst>
      </pc:sldChg>
      <pc:sldChg chg="mod modShow">
        <pc:chgData name="Kunal Ghosh" userId="c7d400ffb3130a3a" providerId="LiveId" clId="{692C3EC6-B3C2-43D0-ADE5-E8296C5B605E}" dt="2025-01-24T05:23:54.055" v="2123" actId="729"/>
        <pc:sldMkLst>
          <pc:docMk/>
          <pc:sldMk cId="1363357115" sldId="304"/>
        </pc:sldMkLst>
      </pc:sldChg>
      <pc:sldChg chg="mod modShow">
        <pc:chgData name="Kunal Ghosh" userId="c7d400ffb3130a3a" providerId="LiveId" clId="{692C3EC6-B3C2-43D0-ADE5-E8296C5B605E}" dt="2025-01-24T05:23:54.055" v="2123" actId="729"/>
        <pc:sldMkLst>
          <pc:docMk/>
          <pc:sldMk cId="867573655" sldId="305"/>
        </pc:sldMkLst>
      </pc:sldChg>
      <pc:sldChg chg="mod modShow">
        <pc:chgData name="Kunal Ghosh" userId="c7d400ffb3130a3a" providerId="LiveId" clId="{692C3EC6-B3C2-43D0-ADE5-E8296C5B605E}" dt="2025-01-24T05:23:54.055" v="2123" actId="729"/>
        <pc:sldMkLst>
          <pc:docMk/>
          <pc:sldMk cId="206645986" sldId="306"/>
        </pc:sldMkLst>
      </pc:sldChg>
      <pc:sldChg chg="new del">
        <pc:chgData name="Kunal Ghosh" userId="c7d400ffb3130a3a" providerId="LiveId" clId="{692C3EC6-B3C2-43D0-ADE5-E8296C5B605E}" dt="2025-01-22T04:56:07.238" v="59" actId="680"/>
        <pc:sldMkLst>
          <pc:docMk/>
          <pc:sldMk cId="2566284471" sldId="307"/>
        </pc:sldMkLst>
      </pc:sldChg>
      <pc:sldChg chg="addSp delSp modSp new mod ord modClrScheme chgLayout">
        <pc:chgData name="Kunal Ghosh" userId="c7d400ffb3130a3a" providerId="LiveId" clId="{692C3EC6-B3C2-43D0-ADE5-E8296C5B605E}" dt="2025-01-24T15:05:05.314" v="2616" actId="27636"/>
        <pc:sldMkLst>
          <pc:docMk/>
          <pc:sldMk cId="2590382412" sldId="307"/>
        </pc:sldMkLst>
        <pc:spChg chg="mod ord">
          <ac:chgData name="Kunal Ghosh" userId="c7d400ffb3130a3a" providerId="LiveId" clId="{692C3EC6-B3C2-43D0-ADE5-E8296C5B605E}" dt="2025-01-22T04:56:24.480" v="61" actId="700"/>
          <ac:spMkLst>
            <pc:docMk/>
            <pc:sldMk cId="2590382412" sldId="307"/>
            <ac:spMk id="5" creationId="{34F7F67E-8CCE-4B8F-5679-37B397619607}"/>
          </ac:spMkLst>
        </pc:spChg>
        <pc:spChg chg="add mod ord">
          <ac:chgData name="Kunal Ghosh" userId="c7d400ffb3130a3a" providerId="LiveId" clId="{692C3EC6-B3C2-43D0-ADE5-E8296C5B605E}" dt="2025-01-22T04:56:30.818" v="71" actId="20577"/>
          <ac:spMkLst>
            <pc:docMk/>
            <pc:sldMk cId="2590382412" sldId="307"/>
            <ac:spMk id="6" creationId="{6F43D9DE-5F85-C0EB-480D-2BE677DD92F3}"/>
          </ac:spMkLst>
        </pc:spChg>
        <pc:spChg chg="add mod ord">
          <ac:chgData name="Kunal Ghosh" userId="c7d400ffb3130a3a" providerId="LiveId" clId="{692C3EC6-B3C2-43D0-ADE5-E8296C5B605E}" dt="2025-01-24T15:05:05.314" v="2616" actId="27636"/>
          <ac:spMkLst>
            <pc:docMk/>
            <pc:sldMk cId="2590382412" sldId="307"/>
            <ac:spMk id="7" creationId="{50F24650-7671-EFCC-4BF4-A4A5664D5DF1}"/>
          </ac:spMkLst>
        </pc:spChg>
        <pc:spChg chg="add mod ord">
          <ac:chgData name="Kunal Ghosh" userId="c7d400ffb3130a3a" providerId="LiveId" clId="{692C3EC6-B3C2-43D0-ADE5-E8296C5B605E}" dt="2025-01-22T04:56:24.480" v="61" actId="700"/>
          <ac:spMkLst>
            <pc:docMk/>
            <pc:sldMk cId="2590382412" sldId="307"/>
            <ac:spMk id="8" creationId="{D8F70B73-085D-687F-DAF4-3E2C4A2DE435}"/>
          </ac:spMkLst>
        </pc:spChg>
      </pc:sldChg>
      <pc:sldChg chg="new del">
        <pc:chgData name="Kunal Ghosh" userId="c7d400ffb3130a3a" providerId="LiveId" clId="{692C3EC6-B3C2-43D0-ADE5-E8296C5B605E}" dt="2025-01-22T04:55:58.903" v="55" actId="680"/>
        <pc:sldMkLst>
          <pc:docMk/>
          <pc:sldMk cId="2738230894" sldId="307"/>
        </pc:sldMkLst>
      </pc:sldChg>
      <pc:sldChg chg="new del">
        <pc:chgData name="Kunal Ghosh" userId="c7d400ffb3130a3a" providerId="LiveId" clId="{692C3EC6-B3C2-43D0-ADE5-E8296C5B605E}" dt="2025-01-22T04:56:02.453" v="57" actId="680"/>
        <pc:sldMkLst>
          <pc:docMk/>
          <pc:sldMk cId="3076627410" sldId="307"/>
        </pc:sldMkLst>
      </pc:sldChg>
      <pc:sldChg chg="modSp new mod ord">
        <pc:chgData name="Kunal Ghosh" userId="c7d400ffb3130a3a" providerId="LiveId" clId="{692C3EC6-B3C2-43D0-ADE5-E8296C5B605E}" dt="2025-01-24T05:05:35.534" v="1760" actId="20577"/>
        <pc:sldMkLst>
          <pc:docMk/>
          <pc:sldMk cId="1056688820" sldId="308"/>
        </pc:sldMkLst>
        <pc:spChg chg="mod">
          <ac:chgData name="Kunal Ghosh" userId="c7d400ffb3130a3a" providerId="LiveId" clId="{692C3EC6-B3C2-43D0-ADE5-E8296C5B605E}" dt="2025-01-24T05:05:35.534" v="1760" actId="20577"/>
          <ac:spMkLst>
            <pc:docMk/>
            <pc:sldMk cId="1056688820" sldId="308"/>
            <ac:spMk id="3" creationId="{5EEFEA8C-E8CC-AA75-8C98-FF5322E175B3}"/>
          </ac:spMkLst>
        </pc:spChg>
        <pc:spChg chg="mod">
          <ac:chgData name="Kunal Ghosh" userId="c7d400ffb3130a3a" providerId="LiveId" clId="{692C3EC6-B3C2-43D0-ADE5-E8296C5B605E}" dt="2025-01-22T04:59:28.784" v="155" actId="20577"/>
          <ac:spMkLst>
            <pc:docMk/>
            <pc:sldMk cId="1056688820" sldId="308"/>
            <ac:spMk id="4" creationId="{2B76F690-BC93-78DE-5DF9-0177449B926B}"/>
          </ac:spMkLst>
        </pc:spChg>
      </pc:sldChg>
      <pc:sldChg chg="modSp new mod">
        <pc:chgData name="Kunal Ghosh" userId="c7d400ffb3130a3a" providerId="LiveId" clId="{692C3EC6-B3C2-43D0-ADE5-E8296C5B605E}" dt="2025-01-22T05:01:25.484" v="268" actId="20577"/>
        <pc:sldMkLst>
          <pc:docMk/>
          <pc:sldMk cId="468561105" sldId="309"/>
        </pc:sldMkLst>
        <pc:spChg chg="mod">
          <ac:chgData name="Kunal Ghosh" userId="c7d400ffb3130a3a" providerId="LiveId" clId="{692C3EC6-B3C2-43D0-ADE5-E8296C5B605E}" dt="2025-01-22T05:01:25.484" v="268" actId="20577"/>
          <ac:spMkLst>
            <pc:docMk/>
            <pc:sldMk cId="468561105" sldId="309"/>
            <ac:spMk id="3" creationId="{60634B81-13E9-1D87-6C36-1E699F921500}"/>
          </ac:spMkLst>
        </pc:spChg>
        <pc:spChg chg="mod">
          <ac:chgData name="Kunal Ghosh" userId="c7d400ffb3130a3a" providerId="LiveId" clId="{692C3EC6-B3C2-43D0-ADE5-E8296C5B605E}" dt="2025-01-22T05:01:01.654" v="202" actId="20577"/>
          <ac:spMkLst>
            <pc:docMk/>
            <pc:sldMk cId="468561105" sldId="309"/>
            <ac:spMk id="4" creationId="{02F59A58-5829-29EB-F801-EA2300AA2F2F}"/>
          </ac:spMkLst>
        </pc:spChg>
      </pc:sldChg>
      <pc:sldChg chg="add mod modShow">
        <pc:chgData name="Kunal Ghosh" userId="c7d400ffb3130a3a" providerId="LiveId" clId="{692C3EC6-B3C2-43D0-ADE5-E8296C5B605E}" dt="2025-01-24T05:23:54.055" v="2123" actId="729"/>
        <pc:sldMkLst>
          <pc:docMk/>
          <pc:sldMk cId="3950440284" sldId="310"/>
        </pc:sldMkLst>
      </pc:sldChg>
      <pc:sldChg chg="modSp add mod modAnim">
        <pc:chgData name="Kunal Ghosh" userId="c7d400ffb3130a3a" providerId="LiveId" clId="{692C3EC6-B3C2-43D0-ADE5-E8296C5B605E}" dt="2025-01-22T09:55:22.858" v="1135" actId="20577"/>
        <pc:sldMkLst>
          <pc:docMk/>
          <pc:sldMk cId="3276290463" sldId="311"/>
        </pc:sldMkLst>
        <pc:spChg chg="mod">
          <ac:chgData name="Kunal Ghosh" userId="c7d400ffb3130a3a" providerId="LiveId" clId="{692C3EC6-B3C2-43D0-ADE5-E8296C5B605E}" dt="2025-01-22T09:55:12.882" v="1121"/>
          <ac:spMkLst>
            <pc:docMk/>
            <pc:sldMk cId="3276290463" sldId="311"/>
            <ac:spMk id="2" creationId="{E7770F19-1007-89F9-2BF8-1C2A372B3003}"/>
          </ac:spMkLst>
        </pc:spChg>
        <pc:spChg chg="mod">
          <ac:chgData name="Kunal Ghosh" userId="c7d400ffb3130a3a" providerId="LiveId" clId="{692C3EC6-B3C2-43D0-ADE5-E8296C5B605E}" dt="2025-01-22T09:55:22.858" v="1135" actId="20577"/>
          <ac:spMkLst>
            <pc:docMk/>
            <pc:sldMk cId="3276290463" sldId="311"/>
            <ac:spMk id="3" creationId="{E6B6621C-6433-03E2-4816-BFEED311D5F0}"/>
          </ac:spMkLst>
        </pc:spChg>
      </pc:sldChg>
      <pc:sldChg chg="modSp add mod modAnim">
        <pc:chgData name="Kunal Ghosh" userId="c7d400ffb3130a3a" providerId="LiveId" clId="{692C3EC6-B3C2-43D0-ADE5-E8296C5B605E}" dt="2025-01-24T15:02:58.818" v="2601" actId="6549"/>
        <pc:sldMkLst>
          <pc:docMk/>
          <pc:sldMk cId="4144218707" sldId="312"/>
        </pc:sldMkLst>
        <pc:spChg chg="mod">
          <ac:chgData name="Kunal Ghosh" userId="c7d400ffb3130a3a" providerId="LiveId" clId="{692C3EC6-B3C2-43D0-ADE5-E8296C5B605E}" dt="2025-01-22T09:56:03.634" v="1148" actId="20577"/>
          <ac:spMkLst>
            <pc:docMk/>
            <pc:sldMk cId="4144218707" sldId="312"/>
            <ac:spMk id="2" creationId="{6A87225C-1A6E-E009-4F54-4D0EEAC80AB2}"/>
          </ac:spMkLst>
        </pc:spChg>
        <pc:spChg chg="mod">
          <ac:chgData name="Kunal Ghosh" userId="c7d400ffb3130a3a" providerId="LiveId" clId="{692C3EC6-B3C2-43D0-ADE5-E8296C5B605E}" dt="2025-01-24T15:02:58.818" v="2601" actId="6549"/>
          <ac:spMkLst>
            <pc:docMk/>
            <pc:sldMk cId="4144218707" sldId="312"/>
            <ac:spMk id="3" creationId="{C23150DA-484F-3F21-C6FF-5604958E3C2E}"/>
          </ac:spMkLst>
        </pc:spChg>
      </pc:sldChg>
      <pc:sldChg chg="modSp add mod modAnim">
        <pc:chgData name="Kunal Ghosh" userId="c7d400ffb3130a3a" providerId="LiveId" clId="{692C3EC6-B3C2-43D0-ADE5-E8296C5B605E}" dt="2025-01-24T15:03:07.490" v="2609" actId="20577"/>
        <pc:sldMkLst>
          <pc:docMk/>
          <pc:sldMk cId="1091338601" sldId="313"/>
        </pc:sldMkLst>
        <pc:spChg chg="mod">
          <ac:chgData name="Kunal Ghosh" userId="c7d400ffb3130a3a" providerId="LiveId" clId="{692C3EC6-B3C2-43D0-ADE5-E8296C5B605E}" dt="2025-01-22T09:56:12.480" v="1153" actId="20577"/>
          <ac:spMkLst>
            <pc:docMk/>
            <pc:sldMk cId="1091338601" sldId="313"/>
            <ac:spMk id="2" creationId="{D5680C9D-A27B-6DD1-2224-DF5C678F0761}"/>
          </ac:spMkLst>
        </pc:spChg>
        <pc:spChg chg="mod">
          <ac:chgData name="Kunal Ghosh" userId="c7d400ffb3130a3a" providerId="LiveId" clId="{692C3EC6-B3C2-43D0-ADE5-E8296C5B605E}" dt="2025-01-24T15:03:07.490" v="2609" actId="20577"/>
          <ac:spMkLst>
            <pc:docMk/>
            <pc:sldMk cId="1091338601" sldId="313"/>
            <ac:spMk id="3" creationId="{7526DC2A-5A2E-0072-C7D9-EB3E80470E79}"/>
          </ac:spMkLst>
        </pc:spChg>
      </pc:sldChg>
      <pc:sldChg chg="modSp add mod modAnim">
        <pc:chgData name="Kunal Ghosh" userId="c7d400ffb3130a3a" providerId="LiveId" clId="{692C3EC6-B3C2-43D0-ADE5-E8296C5B605E}" dt="2025-01-22T09:56:57.639" v="1170"/>
        <pc:sldMkLst>
          <pc:docMk/>
          <pc:sldMk cId="2130742392" sldId="314"/>
        </pc:sldMkLst>
        <pc:spChg chg="mod">
          <ac:chgData name="Kunal Ghosh" userId="c7d400ffb3130a3a" providerId="LiveId" clId="{692C3EC6-B3C2-43D0-ADE5-E8296C5B605E}" dt="2025-01-22T09:56:31.701" v="1167" actId="20577"/>
          <ac:spMkLst>
            <pc:docMk/>
            <pc:sldMk cId="2130742392" sldId="314"/>
            <ac:spMk id="2" creationId="{D2B903A7-037B-193B-6A5B-265E5E89483A}"/>
          </ac:spMkLst>
        </pc:spChg>
        <pc:spChg chg="mod">
          <ac:chgData name="Kunal Ghosh" userId="c7d400ffb3130a3a" providerId="LiveId" clId="{692C3EC6-B3C2-43D0-ADE5-E8296C5B605E}" dt="2025-01-22T09:56:57.639" v="1170"/>
          <ac:spMkLst>
            <pc:docMk/>
            <pc:sldMk cId="2130742392" sldId="314"/>
            <ac:spMk id="3" creationId="{D96D7233-7F5D-BF3F-C0CB-BCE63A48D1D9}"/>
          </ac:spMkLst>
        </pc:spChg>
      </pc:sldChg>
      <pc:sldChg chg="addSp modSp add del mod">
        <pc:chgData name="Kunal Ghosh" userId="c7d400ffb3130a3a" providerId="LiveId" clId="{692C3EC6-B3C2-43D0-ADE5-E8296C5B605E}" dt="2025-01-24T05:05:25.831" v="1758" actId="47"/>
        <pc:sldMkLst>
          <pc:docMk/>
          <pc:sldMk cId="339134211" sldId="315"/>
        </pc:sldMkLst>
        <pc:spChg chg="mod">
          <ac:chgData name="Kunal Ghosh" userId="c7d400ffb3130a3a" providerId="LiveId" clId="{692C3EC6-B3C2-43D0-ADE5-E8296C5B605E}" dt="2025-01-24T04:54:36.927" v="1227"/>
          <ac:spMkLst>
            <pc:docMk/>
            <pc:sldMk cId="339134211" sldId="315"/>
            <ac:spMk id="3" creationId="{38B3EB40-A935-3D16-4301-C7DE0C83348D}"/>
          </ac:spMkLst>
        </pc:spChg>
      </pc:sldChg>
      <pc:sldChg chg="modSp add del mod">
        <pc:chgData name="Kunal Ghosh" userId="c7d400ffb3130a3a" providerId="LiveId" clId="{692C3EC6-B3C2-43D0-ADE5-E8296C5B605E}" dt="2025-01-24T05:22:09.124" v="2111" actId="47"/>
        <pc:sldMkLst>
          <pc:docMk/>
          <pc:sldMk cId="2786987040" sldId="316"/>
        </pc:sldMkLst>
        <pc:spChg chg="mod">
          <ac:chgData name="Kunal Ghosh" userId="c7d400ffb3130a3a" providerId="LiveId" clId="{692C3EC6-B3C2-43D0-ADE5-E8296C5B605E}" dt="2025-01-24T05:12:58.954" v="1889" actId="21"/>
          <ac:spMkLst>
            <pc:docMk/>
            <pc:sldMk cId="2786987040" sldId="316"/>
            <ac:spMk id="3" creationId="{1FC8B0E8-0460-3A25-0F87-832CFBF87DC3}"/>
          </ac:spMkLst>
        </pc:spChg>
        <pc:spChg chg="mod">
          <ac:chgData name="Kunal Ghosh" userId="c7d400ffb3130a3a" providerId="LiveId" clId="{692C3EC6-B3C2-43D0-ADE5-E8296C5B605E}" dt="2025-01-24T05:05:59.641" v="1795" actId="20577"/>
          <ac:spMkLst>
            <pc:docMk/>
            <pc:sldMk cId="2786987040" sldId="316"/>
            <ac:spMk id="4" creationId="{C204C39F-01D9-B639-8970-F4E742F0D9FA}"/>
          </ac:spMkLst>
        </pc:spChg>
      </pc:sldChg>
      <pc:sldChg chg="addSp delSp modSp add mod">
        <pc:chgData name="Kunal Ghosh" userId="c7d400ffb3130a3a" providerId="LiveId" clId="{692C3EC6-B3C2-43D0-ADE5-E8296C5B605E}" dt="2025-01-24T15:12:21.632" v="2765" actId="20577"/>
        <pc:sldMkLst>
          <pc:docMk/>
          <pc:sldMk cId="2503109505" sldId="317"/>
        </pc:sldMkLst>
        <pc:spChg chg="mod">
          <ac:chgData name="Kunal Ghosh" userId="c7d400ffb3130a3a" providerId="LiveId" clId="{692C3EC6-B3C2-43D0-ADE5-E8296C5B605E}" dt="2025-01-24T05:22:05.472" v="2110"/>
          <ac:spMkLst>
            <pc:docMk/>
            <pc:sldMk cId="2503109505" sldId="317"/>
            <ac:spMk id="2" creationId="{9BB4E483-6A0C-A274-676B-AD8A0466943D}"/>
          </ac:spMkLst>
        </pc:spChg>
        <pc:spChg chg="del mod">
          <ac:chgData name="Kunal Ghosh" userId="c7d400ffb3130a3a" providerId="LiveId" clId="{692C3EC6-B3C2-43D0-ADE5-E8296C5B605E}" dt="2025-01-24T05:12:07.511" v="1870" actId="478"/>
          <ac:spMkLst>
            <pc:docMk/>
            <pc:sldMk cId="2503109505" sldId="317"/>
            <ac:spMk id="3" creationId="{C4ECF791-B6B7-AACB-2104-C5423BD4C457}"/>
          </ac:spMkLst>
        </pc:spChg>
        <pc:spChg chg="mod">
          <ac:chgData name="Kunal Ghosh" userId="c7d400ffb3130a3a" providerId="LiveId" clId="{692C3EC6-B3C2-43D0-ADE5-E8296C5B605E}" dt="2025-01-24T05:22:04.042" v="2109" actId="21"/>
          <ac:spMkLst>
            <pc:docMk/>
            <pc:sldMk cId="2503109505" sldId="317"/>
            <ac:spMk id="4" creationId="{3BC7EEA1-68C9-30D0-DB62-162F3FF0781F}"/>
          </ac:spMkLst>
        </pc:spChg>
        <pc:graphicFrameChg chg="add mod">
          <ac:chgData name="Kunal Ghosh" userId="c7d400ffb3130a3a" providerId="LiveId" clId="{692C3EC6-B3C2-43D0-ADE5-E8296C5B605E}" dt="2025-01-24T15:11:53.989" v="2763"/>
          <ac:graphicFrameMkLst>
            <pc:docMk/>
            <pc:sldMk cId="2503109505" sldId="317"/>
            <ac:graphicFrameMk id="3" creationId="{2661219F-838F-5FDB-2FA4-F1D75A15D1F2}"/>
          </ac:graphicFrameMkLst>
        </pc:graphicFrameChg>
        <pc:graphicFrameChg chg="add mod modGraphic">
          <ac:chgData name="Kunal Ghosh" userId="c7d400ffb3130a3a" providerId="LiveId" clId="{692C3EC6-B3C2-43D0-ADE5-E8296C5B605E}" dt="2025-01-24T15:12:21.632" v="2765" actId="20577"/>
          <ac:graphicFrameMkLst>
            <pc:docMk/>
            <pc:sldMk cId="2503109505" sldId="317"/>
            <ac:graphicFrameMk id="6" creationId="{59964F31-F5B9-E6C0-F064-AAE6B6CEE6D3}"/>
          </ac:graphicFrameMkLst>
        </pc:graphicFrameChg>
      </pc:sldChg>
      <pc:sldChg chg="addSp delSp modSp new mod chgLayout">
        <pc:chgData name="Kunal Ghosh" userId="c7d400ffb3130a3a" providerId="LiveId" clId="{692C3EC6-B3C2-43D0-ADE5-E8296C5B605E}" dt="2025-01-24T05:23:21.355" v="2122" actId="20577"/>
        <pc:sldMkLst>
          <pc:docMk/>
          <pc:sldMk cId="2235171186" sldId="318"/>
        </pc:sldMkLst>
        <pc:spChg chg="del mod ord">
          <ac:chgData name="Kunal Ghosh" userId="c7d400ffb3130a3a" providerId="LiveId" clId="{692C3EC6-B3C2-43D0-ADE5-E8296C5B605E}" dt="2025-01-24T05:23:17.338" v="2113" actId="700"/>
          <ac:spMkLst>
            <pc:docMk/>
            <pc:sldMk cId="2235171186" sldId="318"/>
            <ac:spMk id="2" creationId="{2877D08A-5140-0D97-F009-0A4E5A8FF2D4}"/>
          </ac:spMkLst>
        </pc:spChg>
        <pc:spChg chg="del mod ord">
          <ac:chgData name="Kunal Ghosh" userId="c7d400ffb3130a3a" providerId="LiveId" clId="{692C3EC6-B3C2-43D0-ADE5-E8296C5B605E}" dt="2025-01-24T05:23:17.338" v="2113" actId="700"/>
          <ac:spMkLst>
            <pc:docMk/>
            <pc:sldMk cId="2235171186" sldId="318"/>
            <ac:spMk id="3" creationId="{0244A891-EEC8-6C0E-9DFF-FC66339E08EE}"/>
          </ac:spMkLst>
        </pc:spChg>
        <pc:spChg chg="del mod ord">
          <ac:chgData name="Kunal Ghosh" userId="c7d400ffb3130a3a" providerId="LiveId" clId="{692C3EC6-B3C2-43D0-ADE5-E8296C5B605E}" dt="2025-01-24T05:23:17.338" v="2113" actId="700"/>
          <ac:spMkLst>
            <pc:docMk/>
            <pc:sldMk cId="2235171186" sldId="318"/>
            <ac:spMk id="4" creationId="{F11E2A59-2537-1003-9D63-DF2A6C232298}"/>
          </ac:spMkLst>
        </pc:spChg>
        <pc:spChg chg="mod ord">
          <ac:chgData name="Kunal Ghosh" userId="c7d400ffb3130a3a" providerId="LiveId" clId="{692C3EC6-B3C2-43D0-ADE5-E8296C5B605E}" dt="2025-01-24T05:23:17.338" v="2113" actId="700"/>
          <ac:spMkLst>
            <pc:docMk/>
            <pc:sldMk cId="2235171186" sldId="318"/>
            <ac:spMk id="5" creationId="{7282F2BE-E17A-18B2-EAAD-B01CCD9A7AF0}"/>
          </ac:spMkLst>
        </pc:spChg>
        <pc:spChg chg="add mod ord">
          <ac:chgData name="Kunal Ghosh" userId="c7d400ffb3130a3a" providerId="LiveId" clId="{692C3EC6-B3C2-43D0-ADE5-E8296C5B605E}" dt="2025-01-24T05:23:21.355" v="2122" actId="20577"/>
          <ac:spMkLst>
            <pc:docMk/>
            <pc:sldMk cId="2235171186" sldId="318"/>
            <ac:spMk id="6" creationId="{BD82E3CF-B6A4-E495-13C3-984CF16A168B}"/>
          </ac:spMkLst>
        </pc:spChg>
        <pc:spChg chg="add mod ord">
          <ac:chgData name="Kunal Ghosh" userId="c7d400ffb3130a3a" providerId="LiveId" clId="{692C3EC6-B3C2-43D0-ADE5-E8296C5B605E}" dt="2025-01-24T05:23:17.338" v="2113" actId="700"/>
          <ac:spMkLst>
            <pc:docMk/>
            <pc:sldMk cId="2235171186" sldId="318"/>
            <ac:spMk id="7" creationId="{8D765DA2-3D00-B740-0365-574A3A016A2B}"/>
          </ac:spMkLst>
        </pc:spChg>
        <pc:spChg chg="add mod ord">
          <ac:chgData name="Kunal Ghosh" userId="c7d400ffb3130a3a" providerId="LiveId" clId="{692C3EC6-B3C2-43D0-ADE5-E8296C5B605E}" dt="2025-01-24T05:23:17.338" v="2113" actId="700"/>
          <ac:spMkLst>
            <pc:docMk/>
            <pc:sldMk cId="2235171186" sldId="318"/>
            <ac:spMk id="8" creationId="{5309A94E-4E9C-4788-2376-36B6A394D431}"/>
          </ac:spMkLst>
        </pc:spChg>
      </pc:sldChg>
      <pc:sldChg chg="modSp add mod modAnim">
        <pc:chgData name="Kunal Ghosh" userId="c7d400ffb3130a3a" providerId="LiveId" clId="{692C3EC6-B3C2-43D0-ADE5-E8296C5B605E}" dt="2025-01-24T05:28:57.226" v="2271" actId="6549"/>
        <pc:sldMkLst>
          <pc:docMk/>
          <pc:sldMk cId="4123971144" sldId="319"/>
        </pc:sldMkLst>
        <pc:spChg chg="mod">
          <ac:chgData name="Kunal Ghosh" userId="c7d400ffb3130a3a" providerId="LiveId" clId="{692C3EC6-B3C2-43D0-ADE5-E8296C5B605E}" dt="2025-01-24T05:28:50.691" v="2270" actId="20577"/>
          <ac:spMkLst>
            <pc:docMk/>
            <pc:sldMk cId="4123971144" sldId="319"/>
            <ac:spMk id="2" creationId="{EBB215B5-4A09-C2F9-C4E9-818236355330}"/>
          </ac:spMkLst>
        </pc:spChg>
        <pc:spChg chg="mod">
          <ac:chgData name="Kunal Ghosh" userId="c7d400ffb3130a3a" providerId="LiveId" clId="{692C3EC6-B3C2-43D0-ADE5-E8296C5B605E}" dt="2025-01-24T05:28:57.226" v="2271" actId="6549"/>
          <ac:spMkLst>
            <pc:docMk/>
            <pc:sldMk cId="4123971144" sldId="319"/>
            <ac:spMk id="3" creationId="{3E18A8C8-3B5B-C6EC-B0B0-569EC4B26EBD}"/>
          </ac:spMkLst>
        </pc:spChg>
      </pc:sldChg>
      <pc:sldChg chg="addSp delSp modSp new mod modClrScheme chgLayout">
        <pc:chgData name="Kunal Ghosh" userId="c7d400ffb3130a3a" providerId="LiveId" clId="{692C3EC6-B3C2-43D0-ADE5-E8296C5B605E}" dt="2025-01-24T14:11:42.967" v="2512" actId="6549"/>
        <pc:sldMkLst>
          <pc:docMk/>
          <pc:sldMk cId="2426592814" sldId="320"/>
        </pc:sldMkLst>
        <pc:spChg chg="del">
          <ac:chgData name="Kunal Ghosh" userId="c7d400ffb3130a3a" providerId="LiveId" clId="{692C3EC6-B3C2-43D0-ADE5-E8296C5B605E}" dt="2025-01-24T14:08:17.138" v="2373" actId="700"/>
          <ac:spMkLst>
            <pc:docMk/>
            <pc:sldMk cId="2426592814" sldId="320"/>
            <ac:spMk id="2" creationId="{592255C4-2A6F-6F93-89FB-C702263D8D24}"/>
          </ac:spMkLst>
        </pc:spChg>
        <pc:spChg chg="del">
          <ac:chgData name="Kunal Ghosh" userId="c7d400ffb3130a3a" providerId="LiveId" clId="{692C3EC6-B3C2-43D0-ADE5-E8296C5B605E}" dt="2025-01-24T14:08:17.138" v="2373" actId="700"/>
          <ac:spMkLst>
            <pc:docMk/>
            <pc:sldMk cId="2426592814" sldId="320"/>
            <ac:spMk id="3" creationId="{4AB2F25C-06C7-CB89-7D6C-4A72699F516F}"/>
          </ac:spMkLst>
        </pc:spChg>
        <pc:spChg chg="del">
          <ac:chgData name="Kunal Ghosh" userId="c7d400ffb3130a3a" providerId="LiveId" clId="{692C3EC6-B3C2-43D0-ADE5-E8296C5B605E}" dt="2025-01-24T14:08:17.138" v="2373" actId="700"/>
          <ac:spMkLst>
            <pc:docMk/>
            <pc:sldMk cId="2426592814" sldId="320"/>
            <ac:spMk id="4" creationId="{15079C0C-E178-E018-4CF4-7865EA9BB413}"/>
          </ac:spMkLst>
        </pc:spChg>
        <pc:spChg chg="mod ord">
          <ac:chgData name="Kunal Ghosh" userId="c7d400ffb3130a3a" providerId="LiveId" clId="{692C3EC6-B3C2-43D0-ADE5-E8296C5B605E}" dt="2025-01-24T14:08:17.138" v="2373" actId="700"/>
          <ac:spMkLst>
            <pc:docMk/>
            <pc:sldMk cId="2426592814" sldId="320"/>
            <ac:spMk id="5" creationId="{C7FD9C99-5792-6313-C842-3CC9F2C9EAD6}"/>
          </ac:spMkLst>
        </pc:spChg>
        <pc:spChg chg="add del mod ord">
          <ac:chgData name="Kunal Ghosh" userId="c7d400ffb3130a3a" providerId="LiveId" clId="{692C3EC6-B3C2-43D0-ADE5-E8296C5B605E}" dt="2025-01-24T14:08:19.290" v="2374" actId="478"/>
          <ac:spMkLst>
            <pc:docMk/>
            <pc:sldMk cId="2426592814" sldId="320"/>
            <ac:spMk id="7" creationId="{80DD7BD6-7E70-309C-39A6-1FCA808DEBED}"/>
          </ac:spMkLst>
        </pc:spChg>
        <pc:graphicFrameChg chg="add mod modGraphic">
          <ac:chgData name="Kunal Ghosh" userId="c7d400ffb3130a3a" providerId="LiveId" clId="{692C3EC6-B3C2-43D0-ADE5-E8296C5B605E}" dt="2025-01-24T14:11:42.967" v="2512" actId="6549"/>
          <ac:graphicFrameMkLst>
            <pc:docMk/>
            <pc:sldMk cId="2426592814" sldId="320"/>
            <ac:graphicFrameMk id="6" creationId="{1DC55E2F-ADED-5892-9F1F-448BF830FDB6}"/>
          </ac:graphicFrameMkLst>
        </pc:graphicFrameChg>
      </pc:sldChg>
      <pc:sldChg chg="modSp new mod">
        <pc:chgData name="Kunal Ghosh" userId="c7d400ffb3130a3a" providerId="LiveId" clId="{692C3EC6-B3C2-43D0-ADE5-E8296C5B605E}" dt="2025-01-24T14:13:15.182" v="2595" actId="404"/>
        <pc:sldMkLst>
          <pc:docMk/>
          <pc:sldMk cId="3126466637" sldId="321"/>
        </pc:sldMkLst>
        <pc:spChg chg="mod">
          <ac:chgData name="Kunal Ghosh" userId="c7d400ffb3130a3a" providerId="LiveId" clId="{692C3EC6-B3C2-43D0-ADE5-E8296C5B605E}" dt="2025-01-24T14:13:15.182" v="2595" actId="404"/>
          <ac:spMkLst>
            <pc:docMk/>
            <pc:sldMk cId="3126466637" sldId="321"/>
            <ac:spMk id="2" creationId="{F7A92ED5-6BED-BD29-95F7-F507D6FFF0D5}"/>
          </ac:spMkLst>
        </pc:spChg>
      </pc:sldChg>
    </pc:docChg>
  </pc:docChgLst>
  <pc:docChgLst>
    <pc:chgData name="Austin Watson" userId="S::watso364@purdue.edu::31d1fcba-90a4-421b-a347-1a85e1eed54a" providerId="AD" clId="Web-{78F8146C-43C1-2DB3-67E2-6338D228A5E9}"/>
    <pc:docChg chg="modSld">
      <pc:chgData name="Austin Watson" userId="S::watso364@purdue.edu::31d1fcba-90a4-421b-a347-1a85e1eed54a" providerId="AD" clId="Web-{78F8146C-43C1-2DB3-67E2-6338D228A5E9}" dt="2025-01-30T19:41:54.772" v="38"/>
      <pc:docMkLst>
        <pc:docMk/>
      </pc:docMkLst>
      <pc:sldChg chg="modNotes">
        <pc:chgData name="Austin Watson" userId="S::watso364@purdue.edu::31d1fcba-90a4-421b-a347-1a85e1eed54a" providerId="AD" clId="Web-{78F8146C-43C1-2DB3-67E2-6338D228A5E9}" dt="2025-01-30T19:41:54.772" v="38"/>
        <pc:sldMkLst>
          <pc:docMk/>
          <pc:sldMk cId="3035040294"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6CF7-48D8-2F46-AFC8-8A5D2298DFDD}"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BF745-0557-B241-863F-056113C7032A}" type="slidenum">
              <a:rPr lang="en-US" smtClean="0"/>
              <a:t>‹#›</a:t>
            </a:fld>
            <a:endParaRPr lang="en-US"/>
          </a:p>
        </p:txBody>
      </p:sp>
    </p:spTree>
    <p:extLst>
      <p:ext uri="{BB962C8B-B14F-4D97-AF65-F5344CB8AC3E}">
        <p14:creationId xmlns:p14="http://schemas.microsoft.com/office/powerpoint/2010/main" val="3165674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1</a:t>
            </a:fld>
            <a:endParaRPr lang="en-US"/>
          </a:p>
        </p:txBody>
      </p:sp>
    </p:spTree>
    <p:extLst>
      <p:ext uri="{BB962C8B-B14F-4D97-AF65-F5344CB8AC3E}">
        <p14:creationId xmlns:p14="http://schemas.microsoft.com/office/powerpoint/2010/main" val="3000000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2</a:t>
            </a:fld>
            <a:endParaRPr lang="en-US"/>
          </a:p>
        </p:txBody>
      </p:sp>
    </p:spTree>
    <p:extLst>
      <p:ext uri="{BB962C8B-B14F-4D97-AF65-F5344CB8AC3E}">
        <p14:creationId xmlns:p14="http://schemas.microsoft.com/office/powerpoint/2010/main" val="3000000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9457A-A83F-516E-12B2-33621A316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03880-34EA-BF7E-8B0D-3412970F5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366556-6B4E-13BC-47EB-38B733EF22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20CC46-54F7-7AA0-D057-F9C3B99A57DC}"/>
              </a:ext>
            </a:extLst>
          </p:cNvPr>
          <p:cNvSpPr>
            <a:spLocks noGrp="1"/>
          </p:cNvSpPr>
          <p:nvPr>
            <p:ph type="sldNum" sz="quarter" idx="5"/>
          </p:nvPr>
        </p:nvSpPr>
        <p:spPr/>
        <p:txBody>
          <a:bodyPr/>
          <a:lstStyle/>
          <a:p>
            <a:fld id="{237BF745-0557-B241-863F-056113C7032A}" type="slidenum">
              <a:rPr lang="en-US" smtClean="0"/>
              <a:t>3</a:t>
            </a:fld>
            <a:endParaRPr lang="en-US"/>
          </a:p>
        </p:txBody>
      </p:sp>
    </p:spTree>
    <p:extLst>
      <p:ext uri="{BB962C8B-B14F-4D97-AF65-F5344CB8AC3E}">
        <p14:creationId xmlns:p14="http://schemas.microsoft.com/office/powerpoint/2010/main" val="2740687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874F3-2B6C-1EDE-CF9D-8AABB04FB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9B697-6D52-25EC-655E-E6738EC21E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C3068-18DC-04DB-12D0-D26C633D52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42DF7C-F345-EE8B-9206-438100268EDD}"/>
              </a:ext>
            </a:extLst>
          </p:cNvPr>
          <p:cNvSpPr>
            <a:spLocks noGrp="1"/>
          </p:cNvSpPr>
          <p:nvPr>
            <p:ph type="sldNum" sz="quarter" idx="5"/>
          </p:nvPr>
        </p:nvSpPr>
        <p:spPr/>
        <p:txBody>
          <a:bodyPr/>
          <a:lstStyle/>
          <a:p>
            <a:fld id="{237BF745-0557-B241-863F-056113C7032A}" type="slidenum">
              <a:rPr lang="en-US" smtClean="0"/>
              <a:t>4</a:t>
            </a:fld>
            <a:endParaRPr lang="en-US"/>
          </a:p>
        </p:txBody>
      </p:sp>
    </p:spTree>
    <p:extLst>
      <p:ext uri="{BB962C8B-B14F-4D97-AF65-F5344CB8AC3E}">
        <p14:creationId xmlns:p14="http://schemas.microsoft.com/office/powerpoint/2010/main" val="1219977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F5CDA-62B7-A108-C2F3-E89DDA8286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11584-6E70-B147-3511-42B370284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C97CB-4BD2-22FE-FB57-6CDEC2F377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D59E6E-A4A6-603F-0E80-BC8A97296AEA}"/>
              </a:ext>
            </a:extLst>
          </p:cNvPr>
          <p:cNvSpPr>
            <a:spLocks noGrp="1"/>
          </p:cNvSpPr>
          <p:nvPr>
            <p:ph type="sldNum" sz="quarter" idx="5"/>
          </p:nvPr>
        </p:nvSpPr>
        <p:spPr/>
        <p:txBody>
          <a:bodyPr/>
          <a:lstStyle/>
          <a:p>
            <a:fld id="{237BF745-0557-B241-863F-056113C7032A}" type="slidenum">
              <a:rPr lang="en-US" smtClean="0"/>
              <a:t>5</a:t>
            </a:fld>
            <a:endParaRPr lang="en-US"/>
          </a:p>
        </p:txBody>
      </p:sp>
    </p:spTree>
    <p:extLst>
      <p:ext uri="{BB962C8B-B14F-4D97-AF65-F5344CB8AC3E}">
        <p14:creationId xmlns:p14="http://schemas.microsoft.com/office/powerpoint/2010/main" val="1630996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B1972-528A-83D1-79FA-A5650A499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2C12B-3EAB-A2C0-20E3-FCC8D0B01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44CA6-000D-82EA-0F47-101E1AFFD4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144067-5D18-53F0-034F-F727ABC07348}"/>
              </a:ext>
            </a:extLst>
          </p:cNvPr>
          <p:cNvSpPr>
            <a:spLocks noGrp="1"/>
          </p:cNvSpPr>
          <p:nvPr>
            <p:ph type="sldNum" sz="quarter" idx="5"/>
          </p:nvPr>
        </p:nvSpPr>
        <p:spPr/>
        <p:txBody>
          <a:bodyPr/>
          <a:lstStyle/>
          <a:p>
            <a:fld id="{237BF745-0557-B241-863F-056113C7032A}" type="slidenum">
              <a:rPr lang="en-US" smtClean="0"/>
              <a:t>6</a:t>
            </a:fld>
            <a:endParaRPr lang="en-US"/>
          </a:p>
        </p:txBody>
      </p:sp>
    </p:spTree>
    <p:extLst>
      <p:ext uri="{BB962C8B-B14F-4D97-AF65-F5344CB8AC3E}">
        <p14:creationId xmlns:p14="http://schemas.microsoft.com/office/powerpoint/2010/main" val="3151086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kern="1200" dirty="0">
                <a:solidFill>
                  <a:schemeClr val="tx1"/>
                </a:solidFill>
                <a:effectLst/>
                <a:latin typeface="+mn-lt"/>
                <a:ea typeface="+mn-ea"/>
                <a:cs typeface="+mn-cs"/>
              </a:rPr>
              <a:t>LIBERO Spatial Task 0 - </a:t>
            </a:r>
            <a:r>
              <a:rPr lang="en-US" sz="1200" b="0" i="0" kern="1200" dirty="0">
                <a:solidFill>
                  <a:schemeClr val="tx1"/>
                </a:solidFill>
                <a:effectLst/>
                <a:latin typeface="+mn-lt"/>
                <a:ea typeface="+mn-ea"/>
                <a:cs typeface="+mn-cs"/>
              </a:rPr>
              <a:t>useful tabletop manipulation task for validating end-effector control, grasp stability, and basic task completion.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LIBERO wraps MuJoCo with task goals, object layouts, and episode logic, so every rollout is evaluated against the same objective. That makes demonstrations task-consistent and easier to reuse for training.</a:t>
            </a:r>
          </a:p>
          <a:p>
            <a:r>
              <a:rPr lang="en-US" sz="1200" b="0" i="0" kern="1200" dirty="0">
                <a:solidFill>
                  <a:schemeClr val="tx1"/>
                </a:solidFill>
                <a:effectLst/>
                <a:latin typeface="+mn-lt"/>
                <a:ea typeface="+mn-ea"/>
                <a:cs typeface="+mn-cs"/>
              </a:rPr>
              <a:t>In the final MuJoCo + LIBERO view, the MuJoCo interface renders the scene while LIBERO overlays the task context, such as the instruction to place the mug on the plate. The robot, objects, and target region are all visible together, which makes it easy to verify whether the policy is actually moving toward success.</a:t>
            </a:r>
          </a:p>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7</a:t>
            </a:fld>
            <a:endParaRPr lang="en-US"/>
          </a:p>
        </p:txBody>
      </p:sp>
    </p:spTree>
    <p:extLst>
      <p:ext uri="{BB962C8B-B14F-4D97-AF65-F5344CB8AC3E}">
        <p14:creationId xmlns:p14="http://schemas.microsoft.com/office/powerpoint/2010/main" val="3000000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D00A8-DC11-5449-41EB-D287E9CA6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B66B6-D08E-0FB9-4778-31CB0EF53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B871CD-A253-B165-145F-002961B2A2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0B654-71E2-DEB5-B658-7DD7961F797B}"/>
              </a:ext>
            </a:extLst>
          </p:cNvPr>
          <p:cNvSpPr>
            <a:spLocks noGrp="1"/>
          </p:cNvSpPr>
          <p:nvPr>
            <p:ph type="sldNum" sz="quarter" idx="5"/>
          </p:nvPr>
        </p:nvSpPr>
        <p:spPr/>
        <p:txBody>
          <a:bodyPr/>
          <a:lstStyle/>
          <a:p>
            <a:fld id="{237BF745-0557-B241-863F-056113C7032A}" type="slidenum">
              <a:rPr lang="en-US" smtClean="0"/>
              <a:t>8</a:t>
            </a:fld>
            <a:endParaRPr lang="en-US"/>
          </a:p>
        </p:txBody>
      </p:sp>
    </p:spTree>
    <p:extLst>
      <p:ext uri="{BB962C8B-B14F-4D97-AF65-F5344CB8AC3E}">
        <p14:creationId xmlns:p14="http://schemas.microsoft.com/office/powerpoint/2010/main" val="1433931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9</a:t>
            </a:fld>
            <a:endParaRPr lang="en-US"/>
          </a:p>
        </p:txBody>
      </p:sp>
    </p:spTree>
    <p:extLst>
      <p:ext uri="{BB962C8B-B14F-4D97-AF65-F5344CB8AC3E}">
        <p14:creationId xmlns:p14="http://schemas.microsoft.com/office/powerpoint/2010/main" val="3000000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22F28-3727-BB9B-339D-F23DFED4F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DB0A9-F882-55D4-CD41-3DE5D7B51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BA7DB-37E8-2F67-070D-C43A18E059C5}"/>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Hugging Face model repository view for </a:t>
            </a:r>
            <a:r>
              <a:rPr lang="en-US" sz="1200" b="0" i="0" kern="1200" dirty="0" err="1">
                <a:solidFill>
                  <a:schemeClr val="tx1"/>
                </a:solidFill>
                <a:effectLst/>
                <a:latin typeface="+mn-lt"/>
                <a:ea typeface="+mn-ea"/>
                <a:cs typeface="+mn-cs"/>
              </a:rPr>
              <a:t>lerobot</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smolvla_base</a:t>
            </a:r>
            <a:r>
              <a:rPr lang="en-US" sz="1200" b="0" i="0" kern="1200" dirty="0">
                <a:solidFill>
                  <a:schemeClr val="tx1"/>
                </a:solidFill>
                <a:effectLst/>
                <a:latin typeface="+mn-lt"/>
                <a:ea typeface="+mn-ea"/>
                <a:cs typeface="+mn-cs"/>
              </a:rPr>
              <a:t>, used as the starting</a:t>
            </a:r>
            <a:br>
              <a:rPr lang="en-US" dirty="0"/>
            </a:br>
            <a:r>
              <a:rPr lang="en-US" sz="1200" b="0" i="0" kern="1200" dirty="0">
                <a:solidFill>
                  <a:schemeClr val="tx1"/>
                </a:solidFill>
                <a:effectLst/>
                <a:latin typeface="+mn-lt"/>
                <a:ea typeface="+mn-ea"/>
                <a:cs typeface="+mn-cs"/>
              </a:rPr>
              <a:t>checkpoint for fine-tuning.</a:t>
            </a:r>
            <a:endParaRPr lang="en-US" dirty="0"/>
          </a:p>
        </p:txBody>
      </p:sp>
      <p:sp>
        <p:nvSpPr>
          <p:cNvPr id="4" name="Slide Number Placeholder 3">
            <a:extLst>
              <a:ext uri="{FF2B5EF4-FFF2-40B4-BE49-F238E27FC236}">
                <a16:creationId xmlns:a16="http://schemas.microsoft.com/office/drawing/2014/main" id="{2694469F-C0AE-8EFD-3F77-FA15AF357725}"/>
              </a:ext>
            </a:extLst>
          </p:cNvPr>
          <p:cNvSpPr>
            <a:spLocks noGrp="1"/>
          </p:cNvSpPr>
          <p:nvPr>
            <p:ph type="sldNum" sz="quarter" idx="5"/>
          </p:nvPr>
        </p:nvSpPr>
        <p:spPr/>
        <p:txBody>
          <a:bodyPr/>
          <a:lstStyle/>
          <a:p>
            <a:fld id="{237BF745-0557-B241-863F-056113C7032A}" type="slidenum">
              <a:rPr lang="en-US" smtClean="0"/>
              <a:t>10</a:t>
            </a:fld>
            <a:endParaRPr lang="en-US"/>
          </a:p>
        </p:txBody>
      </p:sp>
    </p:spTree>
    <p:extLst>
      <p:ext uri="{BB962C8B-B14F-4D97-AF65-F5344CB8AC3E}">
        <p14:creationId xmlns:p14="http://schemas.microsoft.com/office/powerpoint/2010/main" val="763964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BD87F-3D7B-2730-A05E-580DE6A8F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2681F-0546-0195-098E-701CBED77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FCE7D-FDD7-2619-FB06-DB3C82B3D0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2AEB58-2E9C-8682-317B-C1FC7B8467D2}"/>
              </a:ext>
            </a:extLst>
          </p:cNvPr>
          <p:cNvSpPr>
            <a:spLocks noGrp="1"/>
          </p:cNvSpPr>
          <p:nvPr>
            <p:ph type="sldNum" sz="quarter" idx="5"/>
          </p:nvPr>
        </p:nvSpPr>
        <p:spPr/>
        <p:txBody>
          <a:bodyPr/>
          <a:lstStyle/>
          <a:p>
            <a:fld id="{237BF745-0557-B241-863F-056113C7032A}" type="slidenum">
              <a:rPr lang="en-US" smtClean="0"/>
              <a:t>11</a:t>
            </a:fld>
            <a:endParaRPr lang="en-US"/>
          </a:p>
        </p:txBody>
      </p:sp>
    </p:spTree>
    <p:extLst>
      <p:ext uri="{BB962C8B-B14F-4D97-AF65-F5344CB8AC3E}">
        <p14:creationId xmlns:p14="http://schemas.microsoft.com/office/powerpoint/2010/main" val="2388984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12</a:t>
            </a:fld>
            <a:endParaRPr lang="en-US"/>
          </a:p>
        </p:txBody>
      </p:sp>
    </p:spTree>
    <p:extLst>
      <p:ext uri="{BB962C8B-B14F-4D97-AF65-F5344CB8AC3E}">
        <p14:creationId xmlns:p14="http://schemas.microsoft.com/office/powerpoint/2010/main" val="3000000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13</a:t>
            </a:fld>
            <a:endParaRPr lang="en-US"/>
          </a:p>
        </p:txBody>
      </p:sp>
    </p:spTree>
    <p:extLst>
      <p:ext uri="{BB962C8B-B14F-4D97-AF65-F5344CB8AC3E}">
        <p14:creationId xmlns:p14="http://schemas.microsoft.com/office/powerpoint/2010/main" val="3000000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18C9C-67D9-223E-9194-0E642E3EF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0DDC0-41FC-722B-91F0-73A055AF1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AC8B22-0EB1-B891-8794-F1C882B9B5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9584A7-35E5-4BF2-AB38-DE3293AACCF1}"/>
              </a:ext>
            </a:extLst>
          </p:cNvPr>
          <p:cNvSpPr>
            <a:spLocks noGrp="1"/>
          </p:cNvSpPr>
          <p:nvPr>
            <p:ph type="sldNum" sz="quarter" idx="5"/>
          </p:nvPr>
        </p:nvSpPr>
        <p:spPr/>
        <p:txBody>
          <a:bodyPr/>
          <a:lstStyle/>
          <a:p>
            <a:fld id="{237BF745-0557-B241-863F-056113C7032A}" type="slidenum">
              <a:rPr lang="en-US" smtClean="0"/>
              <a:t>14</a:t>
            </a:fld>
            <a:endParaRPr lang="en-US"/>
          </a:p>
        </p:txBody>
      </p:sp>
    </p:spTree>
    <p:extLst>
      <p:ext uri="{BB962C8B-B14F-4D97-AF65-F5344CB8AC3E}">
        <p14:creationId xmlns:p14="http://schemas.microsoft.com/office/powerpoint/2010/main" val="2388705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FC1AF-DDFB-A517-CF07-ABA7273F52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380FE-C772-4858-8F0D-00CFA73A6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03E8C-0CAF-AEFC-C0EE-896D3A5D13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A6CADD-E547-3B80-9CF0-1A3A4628C158}"/>
              </a:ext>
            </a:extLst>
          </p:cNvPr>
          <p:cNvSpPr>
            <a:spLocks noGrp="1"/>
          </p:cNvSpPr>
          <p:nvPr>
            <p:ph type="sldNum" sz="quarter" idx="5"/>
          </p:nvPr>
        </p:nvSpPr>
        <p:spPr/>
        <p:txBody>
          <a:bodyPr/>
          <a:lstStyle/>
          <a:p>
            <a:fld id="{237BF745-0557-B241-863F-056113C7032A}" type="slidenum">
              <a:rPr lang="en-US" smtClean="0"/>
              <a:t>15</a:t>
            </a:fld>
            <a:endParaRPr lang="en-US"/>
          </a:p>
        </p:txBody>
      </p:sp>
    </p:spTree>
    <p:extLst>
      <p:ext uri="{BB962C8B-B14F-4D97-AF65-F5344CB8AC3E}">
        <p14:creationId xmlns:p14="http://schemas.microsoft.com/office/powerpoint/2010/main" val="1521195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06E78-678F-C8E3-0A8F-8FA065F16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0DEF9-0E24-51C2-B3DD-7B0B75BD2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8176C-8FD7-844A-547C-EBE5A908BA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CC4730-30F5-114C-6EB5-52A3E3BFE474}"/>
              </a:ext>
            </a:extLst>
          </p:cNvPr>
          <p:cNvSpPr>
            <a:spLocks noGrp="1"/>
          </p:cNvSpPr>
          <p:nvPr>
            <p:ph type="sldNum" sz="quarter" idx="5"/>
          </p:nvPr>
        </p:nvSpPr>
        <p:spPr/>
        <p:txBody>
          <a:bodyPr/>
          <a:lstStyle/>
          <a:p>
            <a:fld id="{237BF745-0557-B241-863F-056113C7032A}" type="slidenum">
              <a:rPr lang="en-US" smtClean="0"/>
              <a:t>16</a:t>
            </a:fld>
            <a:endParaRPr lang="en-US"/>
          </a:p>
        </p:txBody>
      </p:sp>
    </p:spTree>
    <p:extLst>
      <p:ext uri="{BB962C8B-B14F-4D97-AF65-F5344CB8AC3E}">
        <p14:creationId xmlns:p14="http://schemas.microsoft.com/office/powerpoint/2010/main" val="2662548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17</a:t>
            </a:fld>
            <a:endParaRPr lang="en-US"/>
          </a:p>
        </p:txBody>
      </p:sp>
    </p:spTree>
    <p:extLst>
      <p:ext uri="{BB962C8B-B14F-4D97-AF65-F5344CB8AC3E}">
        <p14:creationId xmlns:p14="http://schemas.microsoft.com/office/powerpoint/2010/main" val="3000000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29219-3F11-6A23-661E-328F3DCA8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EFC972-636E-CC99-6C1A-A9C3F89DAD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5966E-E107-929F-F761-6B4C61A026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2A2BE5-183F-455B-624C-EFC28412D079}"/>
              </a:ext>
            </a:extLst>
          </p:cNvPr>
          <p:cNvSpPr>
            <a:spLocks noGrp="1"/>
          </p:cNvSpPr>
          <p:nvPr>
            <p:ph type="sldNum" sz="quarter" idx="5"/>
          </p:nvPr>
        </p:nvSpPr>
        <p:spPr/>
        <p:txBody>
          <a:bodyPr/>
          <a:lstStyle/>
          <a:p>
            <a:fld id="{237BF745-0557-B241-863F-056113C7032A}" type="slidenum">
              <a:rPr lang="en-US" smtClean="0"/>
              <a:t>18</a:t>
            </a:fld>
            <a:endParaRPr lang="en-US"/>
          </a:p>
        </p:txBody>
      </p:sp>
    </p:spTree>
    <p:extLst>
      <p:ext uri="{BB962C8B-B14F-4D97-AF65-F5344CB8AC3E}">
        <p14:creationId xmlns:p14="http://schemas.microsoft.com/office/powerpoint/2010/main" val="2232503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0DE6C-CC3B-24C0-9E3E-92B7B07F1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F2D46-81A7-FE95-6F57-A36B1C774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4E643-F4BC-0393-E97C-016053C760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570548-90F9-4013-5F64-07AD21E24746}"/>
              </a:ext>
            </a:extLst>
          </p:cNvPr>
          <p:cNvSpPr>
            <a:spLocks noGrp="1"/>
          </p:cNvSpPr>
          <p:nvPr>
            <p:ph type="sldNum" sz="quarter" idx="5"/>
          </p:nvPr>
        </p:nvSpPr>
        <p:spPr/>
        <p:txBody>
          <a:bodyPr/>
          <a:lstStyle/>
          <a:p>
            <a:fld id="{237BF745-0557-B241-863F-056113C7032A}" type="slidenum">
              <a:rPr lang="en-US" smtClean="0"/>
              <a:t>19</a:t>
            </a:fld>
            <a:endParaRPr lang="en-US"/>
          </a:p>
        </p:txBody>
      </p:sp>
    </p:spTree>
    <p:extLst>
      <p:ext uri="{BB962C8B-B14F-4D97-AF65-F5344CB8AC3E}">
        <p14:creationId xmlns:p14="http://schemas.microsoft.com/office/powerpoint/2010/main" val="19943395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9F210-0151-2277-A5F9-D3BC4D847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8C285-97DC-8BDC-2219-4DCD6DFAC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77E846-69B9-BBF6-30B1-87D64358B8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1FB909-5883-195D-C961-B16261E66818}"/>
              </a:ext>
            </a:extLst>
          </p:cNvPr>
          <p:cNvSpPr>
            <a:spLocks noGrp="1"/>
          </p:cNvSpPr>
          <p:nvPr>
            <p:ph type="sldNum" sz="quarter" idx="5"/>
          </p:nvPr>
        </p:nvSpPr>
        <p:spPr/>
        <p:txBody>
          <a:bodyPr/>
          <a:lstStyle/>
          <a:p>
            <a:fld id="{237BF745-0557-B241-863F-056113C7032A}" type="slidenum">
              <a:rPr lang="en-US" smtClean="0"/>
              <a:t>20</a:t>
            </a:fld>
            <a:endParaRPr lang="en-US"/>
          </a:p>
        </p:txBody>
      </p:sp>
    </p:spTree>
    <p:extLst>
      <p:ext uri="{BB962C8B-B14F-4D97-AF65-F5344CB8AC3E}">
        <p14:creationId xmlns:p14="http://schemas.microsoft.com/office/powerpoint/2010/main" val="8634220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ADB0F-CAA2-9D3D-F14D-1FFD27FC3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EB784-E0E2-3130-6A41-6F3D2B727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5C8D0-6120-3EEE-57CB-BA33B82DEB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746134-79FF-A85F-7F44-051F21625434}"/>
              </a:ext>
            </a:extLst>
          </p:cNvPr>
          <p:cNvSpPr>
            <a:spLocks noGrp="1"/>
          </p:cNvSpPr>
          <p:nvPr>
            <p:ph type="sldNum" sz="quarter" idx="5"/>
          </p:nvPr>
        </p:nvSpPr>
        <p:spPr/>
        <p:txBody>
          <a:bodyPr/>
          <a:lstStyle/>
          <a:p>
            <a:fld id="{237BF745-0557-B241-863F-056113C7032A}" type="slidenum">
              <a:rPr lang="en-US" smtClean="0"/>
              <a:t>21</a:t>
            </a:fld>
            <a:endParaRPr lang="en-US"/>
          </a:p>
        </p:txBody>
      </p:sp>
    </p:spTree>
    <p:extLst>
      <p:ext uri="{BB962C8B-B14F-4D97-AF65-F5344CB8AC3E}">
        <p14:creationId xmlns:p14="http://schemas.microsoft.com/office/powerpoint/2010/main" val="31740508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7132-036D-C362-9DBA-D89786C16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9FF54-1FBC-F0CD-B1F4-9EE526E6F8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A9F8B-8D2D-86B2-B4CE-85AC6F6C17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4D0E32-154B-3FAF-3A1F-BF27BE2E764A}"/>
              </a:ext>
            </a:extLst>
          </p:cNvPr>
          <p:cNvSpPr>
            <a:spLocks noGrp="1"/>
          </p:cNvSpPr>
          <p:nvPr>
            <p:ph type="sldNum" sz="quarter" idx="5"/>
          </p:nvPr>
        </p:nvSpPr>
        <p:spPr/>
        <p:txBody>
          <a:bodyPr/>
          <a:lstStyle/>
          <a:p>
            <a:fld id="{237BF745-0557-B241-863F-056113C7032A}" type="slidenum">
              <a:rPr lang="en-US" smtClean="0"/>
              <a:t>22</a:t>
            </a:fld>
            <a:endParaRPr lang="en-US"/>
          </a:p>
        </p:txBody>
      </p:sp>
    </p:spTree>
    <p:extLst>
      <p:ext uri="{BB962C8B-B14F-4D97-AF65-F5344CB8AC3E}">
        <p14:creationId xmlns:p14="http://schemas.microsoft.com/office/powerpoint/2010/main" val="5032069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lack">
    <p:bg>
      <p:bgPr>
        <a:solidFill>
          <a:schemeClr val="tx1"/>
        </a:solidFill>
        <a:effectLst/>
      </p:bgPr>
    </p:bg>
    <p:spTree>
      <p:nvGrpSpPr>
        <p:cNvPr id="1" name=""/>
        <p:cNvGrpSpPr/>
        <p:nvPr/>
      </p:nvGrpSpPr>
      <p:grpSpPr>
        <a:xfrm>
          <a:off x="0" y="0"/>
          <a:ext cx="0" cy="0"/>
          <a:chOff x="0" y="0"/>
          <a:chExt cx="0" cy="0"/>
        </a:xfrm>
      </p:grpSpPr>
      <p:pic>
        <p:nvPicPr>
          <p:cNvPr id="13" name="Purdue Logo" descr="Purdue Logo">
            <a:extLst>
              <a:ext uri="{FF2B5EF4-FFF2-40B4-BE49-F238E27FC236}">
                <a16:creationId xmlns:a16="http://schemas.microsoft.com/office/drawing/2014/main" id="{121060AA-930A-4F8F-D7F6-9CFE82494609}"/>
              </a:ext>
            </a:extLst>
          </p:cNvPr>
          <p:cNvPicPr>
            <a:picLocks noChangeAspect="1"/>
          </p:cNvPicPr>
          <p:nvPr userDrawn="1"/>
        </p:nvPicPr>
        <p:blipFill>
          <a:blip r:embed="rId2"/>
          <a:stretch>
            <a:fillRect/>
          </a:stretch>
        </p:blipFill>
        <p:spPr>
          <a:xfrm>
            <a:off x="1027077" y="5756157"/>
            <a:ext cx="2709200" cy="484939"/>
          </a:xfrm>
          <a:prstGeom prst="rect">
            <a:avLst/>
          </a:prstGeom>
        </p:spPr>
      </p:pic>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3"/>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1023257" y="2005070"/>
            <a:ext cx="7763458" cy="592834"/>
          </a:xfrm>
        </p:spPr>
        <p:txBody>
          <a:bodyPr>
            <a:noAutofit/>
          </a:bodyPr>
          <a:lstStyle>
            <a:lvl1pPr>
              <a:defRPr sz="5400" cap="none">
                <a:solidFill>
                  <a:schemeClr val="bg1"/>
                </a:solidFill>
              </a:defRPr>
            </a:lvl1pPr>
          </a:lstStyle>
          <a:p>
            <a:r>
              <a:rPr lang="en-US"/>
              <a:t>Presentation Title</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1023257" y="2629338"/>
            <a:ext cx="7763458" cy="449263"/>
          </a:xfrm>
        </p:spPr>
        <p:txBody>
          <a:bodyPr>
            <a:noAutofit/>
          </a:bodyPr>
          <a:lstStyle>
            <a:lvl1pPr marL="0" indent="0">
              <a:buFontTx/>
              <a:buNone/>
              <a:defRPr sz="2400" b="1">
                <a:solidFill>
                  <a:schemeClr val="bg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Subtitle</a:t>
            </a:r>
          </a:p>
        </p:txBody>
      </p:sp>
      <p:sp>
        <p:nvSpPr>
          <p:cNvPr id="3" name="Text Placeholder 8">
            <a:extLst>
              <a:ext uri="{FF2B5EF4-FFF2-40B4-BE49-F238E27FC236}">
                <a16:creationId xmlns:a16="http://schemas.microsoft.com/office/drawing/2014/main" id="{76FFA1BC-72F9-9048-3E39-D300A3A6A52E}"/>
              </a:ext>
            </a:extLst>
          </p:cNvPr>
          <p:cNvSpPr>
            <a:spLocks noGrp="1"/>
          </p:cNvSpPr>
          <p:nvPr>
            <p:ph type="body" sz="quarter" idx="11" hasCustomPrompt="1"/>
          </p:nvPr>
        </p:nvSpPr>
        <p:spPr>
          <a:xfrm>
            <a:off x="1023257" y="3107129"/>
            <a:ext cx="7763458" cy="449263"/>
          </a:xfrm>
        </p:spPr>
        <p:txBody>
          <a:bodyPr>
            <a:normAutofit/>
          </a:bodyPr>
          <a:lstStyle>
            <a:lvl1pPr marL="0" indent="0">
              <a:buFontTx/>
              <a:buNone/>
              <a:defRPr sz="1600">
                <a:solidFill>
                  <a:schemeClr val="bg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fld id="{C7124C19-F609-8C4C-8116-78E353E3E672}" type="datetime1">
              <a:rPr lang="en-US" smtClean="0"/>
              <a:t>3/29/23</a:t>
            </a:fld>
            <a:endParaRPr lang="en-US"/>
          </a:p>
        </p:txBody>
      </p:sp>
    </p:spTree>
    <p:extLst>
      <p:ext uri="{BB962C8B-B14F-4D97-AF65-F5344CB8AC3E}">
        <p14:creationId xmlns:p14="http://schemas.microsoft.com/office/powerpoint/2010/main" val="4214527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pic>
        <p:nvPicPr>
          <p:cNvPr id="4" name="Purdue Logo" descr="Purdue Logo">
            <a:extLst>
              <a:ext uri="{FF2B5EF4-FFF2-40B4-BE49-F238E27FC236}">
                <a16:creationId xmlns:a16="http://schemas.microsoft.com/office/drawing/2014/main" id="{BA4B2908-555F-78CD-D5EA-D087520FF3FF}"/>
              </a:ext>
            </a:extLst>
          </p:cNvPr>
          <p:cNvPicPr>
            <a:picLocks noChangeAspect="1"/>
          </p:cNvPicPr>
          <p:nvPr userDrawn="1"/>
        </p:nvPicPr>
        <p:blipFill>
          <a:blip r:embed="rId3"/>
          <a:stretch>
            <a:fillRect/>
          </a:stretch>
        </p:blipFill>
        <p:spPr>
          <a:xfrm>
            <a:off x="1034143" y="5756156"/>
            <a:ext cx="2709200" cy="484940"/>
          </a:xfrm>
          <a:prstGeom prst="rect">
            <a:avLst/>
          </a:prstGeom>
        </p:spPr>
      </p:pic>
      <p:sp>
        <p:nvSpPr>
          <p:cNvPr id="6" name="Title 6">
            <a:extLst>
              <a:ext uri="{FF2B5EF4-FFF2-40B4-BE49-F238E27FC236}">
                <a16:creationId xmlns:a16="http://schemas.microsoft.com/office/drawing/2014/main" id="{B1EEEEC0-D7E4-4DE5-4E3D-FAAD9ABA8990}"/>
              </a:ext>
            </a:extLst>
          </p:cNvPr>
          <p:cNvSpPr>
            <a:spLocks noGrp="1"/>
          </p:cNvSpPr>
          <p:nvPr>
            <p:ph type="title" hasCustomPrompt="1"/>
          </p:nvPr>
        </p:nvSpPr>
        <p:spPr>
          <a:xfrm>
            <a:off x="1023257" y="1812045"/>
            <a:ext cx="7763458" cy="719757"/>
          </a:xfrm>
        </p:spPr>
        <p:txBody>
          <a:bodyPr>
            <a:noAutofit/>
          </a:bodyPr>
          <a:lstStyle>
            <a:lvl1pPr>
              <a:defRPr sz="5400" cap="none">
                <a:solidFill>
                  <a:schemeClr val="tx1"/>
                </a:solidFill>
              </a:defRPr>
            </a:lvl1pPr>
          </a:lstStyle>
          <a:p>
            <a:r>
              <a:rPr lang="en-US"/>
              <a:t>Presentation Title</a:t>
            </a:r>
          </a:p>
        </p:txBody>
      </p:sp>
      <p:sp>
        <p:nvSpPr>
          <p:cNvPr id="9" name="Text Placeholder 8">
            <a:extLst>
              <a:ext uri="{FF2B5EF4-FFF2-40B4-BE49-F238E27FC236}">
                <a16:creationId xmlns:a16="http://schemas.microsoft.com/office/drawing/2014/main" id="{D8EDB9B8-C811-84E9-5F58-0130F3A8050C}"/>
              </a:ext>
            </a:extLst>
          </p:cNvPr>
          <p:cNvSpPr>
            <a:spLocks noGrp="1"/>
          </p:cNvSpPr>
          <p:nvPr>
            <p:ph type="body" sz="quarter" idx="10" hasCustomPrompt="1"/>
          </p:nvPr>
        </p:nvSpPr>
        <p:spPr>
          <a:xfrm>
            <a:off x="1023257" y="2617146"/>
            <a:ext cx="7763458" cy="449263"/>
          </a:xfrm>
        </p:spPr>
        <p:txBody>
          <a:bodyPr>
            <a:noAutofit/>
          </a:bodyPr>
          <a:lstStyle>
            <a:lvl1pPr marL="0" indent="0">
              <a:buFontTx/>
              <a:buNone/>
              <a:defRPr sz="2000" b="1">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Subtitle</a:t>
            </a:r>
          </a:p>
        </p:txBody>
      </p:sp>
      <p:sp>
        <p:nvSpPr>
          <p:cNvPr id="10" name="Text Placeholder 8">
            <a:extLst>
              <a:ext uri="{FF2B5EF4-FFF2-40B4-BE49-F238E27FC236}">
                <a16:creationId xmlns:a16="http://schemas.microsoft.com/office/drawing/2014/main" id="{24BF34A7-30DF-7BD2-A5A2-434BBF6672CA}"/>
              </a:ext>
            </a:extLst>
          </p:cNvPr>
          <p:cNvSpPr>
            <a:spLocks noGrp="1"/>
          </p:cNvSpPr>
          <p:nvPr>
            <p:ph type="body" sz="quarter" idx="11" hasCustomPrompt="1"/>
          </p:nvPr>
        </p:nvSpPr>
        <p:spPr>
          <a:xfrm>
            <a:off x="1023257" y="3148847"/>
            <a:ext cx="7763458" cy="449263"/>
          </a:xfrm>
        </p:spPr>
        <p:txBody>
          <a:bodyPr>
            <a:normAutofit/>
          </a:bodyPr>
          <a:lstStyle>
            <a:lvl1pPr marL="0" indent="0">
              <a:buFontTx/>
              <a:buNone/>
              <a:defRPr sz="160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3/31/23</a:t>
            </a:r>
          </a:p>
        </p:txBody>
      </p:sp>
    </p:spTree>
    <p:extLst>
      <p:ext uri="{BB962C8B-B14F-4D97-AF65-F5344CB8AC3E}">
        <p14:creationId xmlns:p14="http://schemas.microsoft.com/office/powerpoint/2010/main" val="56992520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176D92-8FAB-782E-E607-5D0C5CC9C2A2}"/>
              </a:ext>
            </a:extLst>
          </p:cNvPr>
          <p:cNvSpPr>
            <a:spLocks noGrp="1"/>
          </p:cNvSpPr>
          <p:nvPr>
            <p:ph type="pic" idx="1"/>
          </p:nvPr>
        </p:nvSpPr>
        <p:spPr>
          <a:xfrm>
            <a:off x="0" y="0"/>
            <a:ext cx="12192000" cy="68580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a:extLst>
              <a:ext uri="{FF2B5EF4-FFF2-40B4-BE49-F238E27FC236}">
                <a16:creationId xmlns:a16="http://schemas.microsoft.com/office/drawing/2014/main" id="{85FDAFB6-8BB6-ADBB-6574-5B0C25E7BDDF}"/>
              </a:ext>
            </a:extLst>
          </p:cNvPr>
          <p:cNvSpPr>
            <a:spLocks noGrp="1"/>
          </p:cNvSpPr>
          <p:nvPr>
            <p:ph type="title"/>
          </p:nvPr>
        </p:nvSpPr>
        <p:spPr>
          <a:xfrm>
            <a:off x="478972" y="4671391"/>
            <a:ext cx="11266714" cy="1401419"/>
          </a:xfrm>
        </p:spPr>
        <p:txBody>
          <a:bodyPr/>
          <a:lstStyle>
            <a:lvl1pPr algn="ctr">
              <a:defRPr/>
            </a:lvl1pPr>
          </a:lstStyle>
          <a:p>
            <a:r>
              <a:rPr lang="en-US"/>
              <a:t>Click to edit Master title style</a:t>
            </a:r>
          </a:p>
        </p:txBody>
      </p:sp>
      <p:sp>
        <p:nvSpPr>
          <p:cNvPr id="6" name="Text Placeholder 8">
            <a:extLst>
              <a:ext uri="{FF2B5EF4-FFF2-40B4-BE49-F238E27FC236}">
                <a16:creationId xmlns:a16="http://schemas.microsoft.com/office/drawing/2014/main" id="{5FF931D0-D7E7-D9E1-3CCC-83299A09228A}"/>
              </a:ext>
            </a:extLst>
          </p:cNvPr>
          <p:cNvSpPr>
            <a:spLocks noGrp="1"/>
          </p:cNvSpPr>
          <p:nvPr>
            <p:ph type="body" sz="quarter" idx="10" hasCustomPrompt="1"/>
          </p:nvPr>
        </p:nvSpPr>
        <p:spPr>
          <a:xfrm>
            <a:off x="478972" y="6085510"/>
            <a:ext cx="11266714" cy="449263"/>
          </a:xfrm>
        </p:spPr>
        <p:txBody>
          <a:bodyPr>
            <a:noAutofit/>
          </a:bodyPr>
          <a:lstStyle>
            <a:lvl1pPr marL="0" indent="0" algn="ctr">
              <a:buFontTx/>
              <a:buNone/>
              <a:defRPr sz="2000" b="1">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Subtitle style</a:t>
            </a:r>
          </a:p>
        </p:txBody>
      </p:sp>
    </p:spTree>
    <p:extLst>
      <p:ext uri="{BB962C8B-B14F-4D97-AF65-F5344CB8AC3E}">
        <p14:creationId xmlns:p14="http://schemas.microsoft.com/office/powerpoint/2010/main" val="3586611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0" y="-9524"/>
            <a:ext cx="12192000" cy="6867524"/>
          </a:xfrm>
          <a:ln>
            <a:noFill/>
          </a:ln>
        </p:spPr>
        <p:txBody>
          <a:bodyPr/>
          <a:lstStyle/>
          <a:p>
            <a:r>
              <a:rPr lang="en-US"/>
              <a:t>Click icon to add picture</a:t>
            </a:r>
          </a:p>
        </p:txBody>
      </p:sp>
      <p:sp>
        <p:nvSpPr>
          <p:cNvPr id="3" name="Slide Number Placeholder 2">
            <a:extLst>
              <a:ext uri="{FF2B5EF4-FFF2-40B4-BE49-F238E27FC236}">
                <a16:creationId xmlns:a16="http://schemas.microsoft.com/office/drawing/2014/main" id="{1F79F75A-CC7F-0156-FBEA-7AFDE5FD4041}"/>
              </a:ext>
            </a:extLst>
          </p:cNvPr>
          <p:cNvSpPr>
            <a:spLocks noGrp="1"/>
          </p:cNvSpPr>
          <p:nvPr>
            <p:ph type="sldNum" sz="quarter" idx="12"/>
          </p:nvPr>
        </p:nvSpPr>
        <p:spPr/>
        <p:txBody>
          <a:bodyPr/>
          <a:lstStyle/>
          <a:p>
            <a:fld id="{346097E4-2930-9D48-A5CE-AF00B0E70697}" type="slidenum">
              <a:rPr lang="en-US" smtClean="0"/>
              <a:t>‹#›</a:t>
            </a:fld>
            <a:endParaRPr lang="en-US"/>
          </a:p>
        </p:txBody>
      </p:sp>
    </p:spTree>
    <p:extLst>
      <p:ext uri="{BB962C8B-B14F-4D97-AF65-F5344CB8AC3E}">
        <p14:creationId xmlns:p14="http://schemas.microsoft.com/office/powerpoint/2010/main" val="260421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Copy">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1">
            <a:noAutofit/>
          </a:bodyPr>
          <a:lstStyle>
            <a:lvl1pPr marL="0" indent="0" algn="l" fontAlgn="t">
              <a:buFontTx/>
              <a:buNone/>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3" name="Slide Number Placeholder 2">
            <a:extLst>
              <a:ext uri="{FF2B5EF4-FFF2-40B4-BE49-F238E27FC236}">
                <a16:creationId xmlns:a16="http://schemas.microsoft.com/office/drawing/2014/main" id="{5571BFAC-9DDD-7E29-716C-4E627DE4B710}"/>
              </a:ext>
            </a:extLst>
          </p:cNvPr>
          <p:cNvSpPr>
            <a:spLocks noGrp="1"/>
          </p:cNvSpPr>
          <p:nvPr>
            <p:ph type="sldNum" sz="quarter" idx="12"/>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62843251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2">
            <a:noAutofit/>
          </a:bodyPr>
          <a:lstStyle>
            <a:lvl1pPr marL="0" indent="0" algn="l" fontAlgn="t">
              <a:buFontTx/>
              <a:buNone/>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3" name="Slide Number Placeholder 2">
            <a:extLst>
              <a:ext uri="{FF2B5EF4-FFF2-40B4-BE49-F238E27FC236}">
                <a16:creationId xmlns:a16="http://schemas.microsoft.com/office/drawing/2014/main" id="{EFF501C3-2A4B-0682-86F9-ADE24EC93AB9}"/>
              </a:ext>
            </a:extLst>
          </p:cNvPr>
          <p:cNvSpPr>
            <a:spLocks noGrp="1"/>
          </p:cNvSpPr>
          <p:nvPr>
            <p:ph type="sldNum" sz="quarter" idx="12"/>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13199844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628D381-488B-4C1C-32F0-1D389C1FF7E3}"/>
              </a:ext>
            </a:extLst>
          </p:cNvPr>
          <p:cNvSpPr>
            <a:spLocks noGrp="1"/>
          </p:cNvSpPr>
          <p:nvPr>
            <p:ph idx="14"/>
          </p:nvPr>
        </p:nvSpPr>
        <p:spPr>
          <a:xfrm>
            <a:off x="468086" y="1543324"/>
            <a:ext cx="11266714" cy="4454706"/>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urdue Logo" descr="Purdue Logo">
            <a:extLst>
              <a:ext uri="{FF2B5EF4-FFF2-40B4-BE49-F238E27FC236}">
                <a16:creationId xmlns:a16="http://schemas.microsoft.com/office/drawing/2014/main" id="{57E46A32-0E35-7B3E-4B6F-A7D50B076D9C}"/>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 name="Title 3">
            <a:extLst>
              <a:ext uri="{FF2B5EF4-FFF2-40B4-BE49-F238E27FC236}">
                <a16:creationId xmlns:a16="http://schemas.microsoft.com/office/drawing/2014/main" id="{15EE0A7E-143D-2A83-397F-55801DA0663E}"/>
              </a:ext>
            </a:extLst>
          </p:cNvPr>
          <p:cNvSpPr>
            <a:spLocks noGrp="1"/>
          </p:cNvSpPr>
          <p:nvPr>
            <p:ph type="title"/>
          </p:nvPr>
        </p:nvSpPr>
        <p:spPr/>
        <p:txBody>
          <a:bodyPr/>
          <a:lstStyle/>
          <a:p>
            <a:r>
              <a:rPr lang="en-US"/>
              <a:t>Click to edit Master title style</a:t>
            </a:r>
          </a:p>
        </p:txBody>
      </p:sp>
      <p:sp>
        <p:nvSpPr>
          <p:cNvPr id="5" name="Text Placeholder 13">
            <a:extLst>
              <a:ext uri="{FF2B5EF4-FFF2-40B4-BE49-F238E27FC236}">
                <a16:creationId xmlns:a16="http://schemas.microsoft.com/office/drawing/2014/main" id="{65EE62C3-A7DA-7701-DE4B-C1A290C4FAE3}"/>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7" name="Slide Number Placeholder 6">
            <a:extLst>
              <a:ext uri="{FF2B5EF4-FFF2-40B4-BE49-F238E27FC236}">
                <a16:creationId xmlns:a16="http://schemas.microsoft.com/office/drawing/2014/main" id="{F99C5F1A-9BA7-F65D-775E-2A1B983E533A}"/>
              </a:ext>
            </a:extLst>
          </p:cNvPr>
          <p:cNvSpPr>
            <a:spLocks noGrp="1"/>
          </p:cNvSpPr>
          <p:nvPr>
            <p:ph type="sldNum" sz="quarter" idx="15"/>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62690368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Content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6" y="1543324"/>
            <a:ext cx="5413169"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8F449F3F-4187-E891-E28D-ABAA40118134}"/>
              </a:ext>
            </a:extLst>
          </p:cNvPr>
          <p:cNvSpPr>
            <a:spLocks noGrp="1"/>
          </p:cNvSpPr>
          <p:nvPr>
            <p:ph idx="13"/>
          </p:nvPr>
        </p:nvSpPr>
        <p:spPr>
          <a:xfrm>
            <a:off x="6309157" y="1543324"/>
            <a:ext cx="5425643"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urdue Logo" descr="Purdue Logo">
            <a:extLst>
              <a:ext uri="{FF2B5EF4-FFF2-40B4-BE49-F238E27FC236}">
                <a16:creationId xmlns:a16="http://schemas.microsoft.com/office/drawing/2014/main" id="{1187A0AE-82DF-15CC-71EB-814F9338E8D6}"/>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3" name="Text Placeholder 13">
            <a:extLst>
              <a:ext uri="{FF2B5EF4-FFF2-40B4-BE49-F238E27FC236}">
                <a16:creationId xmlns:a16="http://schemas.microsoft.com/office/drawing/2014/main" id="{5FC4CE19-DA95-2729-993D-BB0D45B6B56B}"/>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4" name="Slide Number Placeholder 3">
            <a:extLst>
              <a:ext uri="{FF2B5EF4-FFF2-40B4-BE49-F238E27FC236}">
                <a16:creationId xmlns:a16="http://schemas.microsoft.com/office/drawing/2014/main" id="{13B9323E-BACA-0B7A-9E9F-89AD4E33435D}"/>
              </a:ext>
            </a:extLst>
          </p:cNvPr>
          <p:cNvSpPr>
            <a:spLocks noGrp="1"/>
          </p:cNvSpPr>
          <p:nvPr>
            <p:ph type="sldNum" sz="quarter" idx="14"/>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639963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ontent -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7" y="1543324"/>
            <a:ext cx="3507565"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urdue Logo" descr="Purdue Logo">
            <a:extLst>
              <a:ext uri="{FF2B5EF4-FFF2-40B4-BE49-F238E27FC236}">
                <a16:creationId xmlns:a16="http://schemas.microsoft.com/office/drawing/2014/main" id="{D9D56DBC-682D-9000-C377-A3E36338D732}"/>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1" name="Content Placeholder 2">
            <a:extLst>
              <a:ext uri="{FF2B5EF4-FFF2-40B4-BE49-F238E27FC236}">
                <a16:creationId xmlns:a16="http://schemas.microsoft.com/office/drawing/2014/main" id="{66D77F14-E88B-D0A5-6F63-E4DA45A7CD6B}"/>
              </a:ext>
            </a:extLst>
          </p:cNvPr>
          <p:cNvSpPr>
            <a:spLocks noGrp="1"/>
          </p:cNvSpPr>
          <p:nvPr>
            <p:ph idx="17"/>
          </p:nvPr>
        </p:nvSpPr>
        <p:spPr>
          <a:xfrm>
            <a:off x="4342217" y="1543323"/>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5A95E987-1BAB-5DE6-3A52-75935C62985E}"/>
              </a:ext>
            </a:extLst>
          </p:cNvPr>
          <p:cNvSpPr>
            <a:spLocks noGrp="1"/>
          </p:cNvSpPr>
          <p:nvPr>
            <p:ph idx="18"/>
          </p:nvPr>
        </p:nvSpPr>
        <p:spPr>
          <a:xfrm>
            <a:off x="8243137" y="1543322"/>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3">
            <a:extLst>
              <a:ext uri="{FF2B5EF4-FFF2-40B4-BE49-F238E27FC236}">
                <a16:creationId xmlns:a16="http://schemas.microsoft.com/office/drawing/2014/main" id="{5CA31FF2-2F1A-7D0F-36B0-1773F6A9AB34}"/>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5" name="Slide Number Placeholder 4">
            <a:extLst>
              <a:ext uri="{FF2B5EF4-FFF2-40B4-BE49-F238E27FC236}">
                <a16:creationId xmlns:a16="http://schemas.microsoft.com/office/drawing/2014/main" id="{08AB0E4F-0D1F-EA8F-1357-B6B9069694D4}"/>
              </a:ext>
            </a:extLst>
          </p:cNvPr>
          <p:cNvSpPr>
            <a:spLocks noGrp="1"/>
          </p:cNvSpPr>
          <p:nvPr>
            <p:ph type="sldNum" sz="quarter" idx="19"/>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681714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3" y="3652272"/>
            <a:ext cx="5469743"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1" y="1543323"/>
            <a:ext cx="546974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6275945" y="1543323"/>
            <a:ext cx="5458727"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6264929" y="3652271"/>
            <a:ext cx="5469743"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9DAB9F8C-827B-9FF4-8ED9-94B840825275}"/>
              </a:ext>
            </a:extLst>
          </p:cNvPr>
          <p:cNvSpPr>
            <a:spLocks noGrp="1"/>
          </p:cNvSpPr>
          <p:nvPr>
            <p:ph type="sldNum" sz="quarter" idx="1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72668508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with Copy - 3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4" y="3652272"/>
            <a:ext cx="3534479"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2" y="1543323"/>
            <a:ext cx="3534479"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4336974" y="1543324"/>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4325959" y="3652272"/>
            <a:ext cx="3534479"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8205605" y="1532307"/>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0" name="Text Placeholder 11">
            <a:extLst>
              <a:ext uri="{FF2B5EF4-FFF2-40B4-BE49-F238E27FC236}">
                <a16:creationId xmlns:a16="http://schemas.microsoft.com/office/drawing/2014/main" id="{347E27B2-1DE2-3469-81EF-9EBD7DC7AFBA}"/>
              </a:ext>
            </a:extLst>
          </p:cNvPr>
          <p:cNvSpPr>
            <a:spLocks noGrp="1"/>
          </p:cNvSpPr>
          <p:nvPr>
            <p:ph type="body" sz="quarter" idx="17"/>
          </p:nvPr>
        </p:nvSpPr>
        <p:spPr>
          <a:xfrm>
            <a:off x="8194590" y="3641255"/>
            <a:ext cx="3534479" cy="2345757"/>
          </a:xfrm>
        </p:spPr>
        <p:txBody>
          <a:bodyPr numCol="1">
            <a:noAutofit/>
          </a:bodyPr>
          <a:lstStyle>
            <a:lvl1pPr marL="285750" indent="-285750" algn="l" fontAlgn="t">
              <a:buFont typeface="Wingdings" pitchFamily="2" charset="2"/>
              <a:buChar char="§"/>
              <a:defRPr sz="1800" baseline="0">
                <a:latin typeface="Franklin Gothic Book" panose="020B0503020102020204" pitchFamily="34" charset="0"/>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196A746C-74C4-5932-427A-31197558E4C2}"/>
              </a:ext>
            </a:extLst>
          </p:cNvPr>
          <p:cNvSpPr>
            <a:spLocks noGrp="1"/>
          </p:cNvSpPr>
          <p:nvPr>
            <p:ph type="sldNum" sz="quarter" idx="18"/>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24607671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7402-16CB-60F1-259A-4E1A16194431}"/>
              </a:ext>
            </a:extLst>
          </p:cNvPr>
          <p:cNvSpPr>
            <a:spLocks noGrp="1"/>
          </p:cNvSpPr>
          <p:nvPr>
            <p:ph type="title"/>
          </p:nvPr>
        </p:nvSpPr>
        <p:spPr>
          <a:xfrm>
            <a:off x="457202" y="457200"/>
            <a:ext cx="4314823" cy="964096"/>
          </a:xfrm>
        </p:spPr>
        <p:txBody>
          <a:bodyPr anchor="b"/>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B9889552-EB9F-6D72-9130-E107C02C22F6}"/>
              </a:ext>
            </a:extLst>
          </p:cNvPr>
          <p:cNvSpPr>
            <a:spLocks noGrp="1"/>
          </p:cNvSpPr>
          <p:nvPr>
            <p:ph type="body" sz="half" idx="2"/>
          </p:nvPr>
        </p:nvSpPr>
        <p:spPr>
          <a:xfrm>
            <a:off x="457202" y="1570383"/>
            <a:ext cx="4314823" cy="429860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ontent Placeholder 2">
            <a:extLst>
              <a:ext uri="{FF2B5EF4-FFF2-40B4-BE49-F238E27FC236}">
                <a16:creationId xmlns:a16="http://schemas.microsoft.com/office/drawing/2014/main" id="{C5F6EAB8-D2BB-0BDE-C7AC-895B69CA533E}"/>
              </a:ext>
            </a:extLst>
          </p:cNvPr>
          <p:cNvSpPr>
            <a:spLocks noGrp="1"/>
          </p:cNvSpPr>
          <p:nvPr>
            <p:ph idx="1"/>
          </p:nvPr>
        </p:nvSpPr>
        <p:spPr>
          <a:xfrm>
            <a:off x="5071871" y="457200"/>
            <a:ext cx="6662927" cy="541178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urdue Logo" descr="Purdue Logo">
            <a:extLst>
              <a:ext uri="{FF2B5EF4-FFF2-40B4-BE49-F238E27FC236}">
                <a16:creationId xmlns:a16="http://schemas.microsoft.com/office/drawing/2014/main" id="{821C840C-3AA9-6493-3A9D-CE82D8D49211}"/>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6" name="Slide Number Placeholder 5">
            <a:extLst>
              <a:ext uri="{FF2B5EF4-FFF2-40B4-BE49-F238E27FC236}">
                <a16:creationId xmlns:a16="http://schemas.microsoft.com/office/drawing/2014/main" id="{0F51D343-4F7E-84C3-CD08-673F2FE5FD22}"/>
              </a:ext>
            </a:extLst>
          </p:cNvPr>
          <p:cNvSpPr>
            <a:spLocks noGrp="1"/>
          </p:cNvSpPr>
          <p:nvPr>
            <p:ph type="sldNum" sz="quarter" idx="10"/>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4062900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hoto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99A83-2C12-9A72-A547-B9374C1072DC}"/>
              </a:ext>
            </a:extLst>
          </p:cNvPr>
          <p:cNvSpPr>
            <a:spLocks noGrp="1"/>
          </p:cNvSpPr>
          <p:nvPr>
            <p:ph type="title"/>
          </p:nvPr>
        </p:nvSpPr>
        <p:spPr>
          <a:xfrm>
            <a:off x="446314" y="470037"/>
            <a:ext cx="4325711" cy="1034775"/>
          </a:xfrm>
        </p:spPr>
        <p:txBody>
          <a:bodyPr anchor="b"/>
          <a:lstStyle>
            <a:lvl1pPr fontAlgn="t">
              <a:defRPr sz="3200"/>
            </a:lvl1pPr>
          </a:lstStyle>
          <a:p>
            <a:r>
              <a:rPr lang="en-US"/>
              <a:t>Click to edit Master title style</a:t>
            </a:r>
          </a:p>
        </p:txBody>
      </p:sp>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5183188" y="470037"/>
            <a:ext cx="6562498" cy="5391013"/>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46314" y="1759226"/>
            <a:ext cx="4325711" cy="4086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6" name="Slide Number Placeholder 5">
            <a:extLst>
              <a:ext uri="{FF2B5EF4-FFF2-40B4-BE49-F238E27FC236}">
                <a16:creationId xmlns:a16="http://schemas.microsoft.com/office/drawing/2014/main" id="{CA25B1EA-1D6F-289D-FACB-9040F171AD5C}"/>
              </a:ext>
            </a:extLst>
          </p:cNvPr>
          <p:cNvSpPr>
            <a:spLocks noGrp="1"/>
          </p:cNvSpPr>
          <p:nvPr>
            <p:ph type="sldNum" sz="quarter" idx="10"/>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4333543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46313"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7832766-AA56-63AE-E2AA-9A2947343D87}"/>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CF92D672-5C11-B647-ADA7-722837BA86C0}"/>
              </a:ext>
            </a:extLst>
          </p:cNvPr>
          <p:cNvSpPr>
            <a:spLocks noGrp="1"/>
          </p:cNvSpPr>
          <p:nvPr>
            <p:ph type="pic" idx="12"/>
          </p:nvPr>
        </p:nvSpPr>
        <p:spPr>
          <a:xfrm>
            <a:off x="6286962"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Text Placeholder 13">
            <a:extLst>
              <a:ext uri="{FF2B5EF4-FFF2-40B4-BE49-F238E27FC236}">
                <a16:creationId xmlns:a16="http://schemas.microsoft.com/office/drawing/2014/main" id="{6AFB8997-E903-BD34-CBB7-A70F3BD090A1}"/>
              </a:ext>
            </a:extLst>
          </p:cNvPr>
          <p:cNvSpPr>
            <a:spLocks noGrp="1"/>
          </p:cNvSpPr>
          <p:nvPr>
            <p:ph type="body" sz="quarter" idx="13"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4" name="Slide Number Placeholder 3">
            <a:extLst>
              <a:ext uri="{FF2B5EF4-FFF2-40B4-BE49-F238E27FC236}">
                <a16:creationId xmlns:a16="http://schemas.microsoft.com/office/drawing/2014/main" id="{F29B4851-011B-C9F1-B12A-2265ABEC7501}"/>
              </a:ext>
            </a:extLst>
          </p:cNvPr>
          <p:cNvSpPr>
            <a:spLocks noGrp="1"/>
          </p:cNvSpPr>
          <p:nvPr>
            <p:ph type="sldNum" sz="quarter" idx="14"/>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59417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py with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68086" y="1543323"/>
            <a:ext cx="5862679"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6615759" y="1543322"/>
            <a:ext cx="5129927" cy="4307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3486577" y="3795304"/>
            <a:ext cx="2844188"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68086" y="3795304"/>
            <a:ext cx="2844188"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6" name="Slide Number Placeholder 5">
            <a:extLst>
              <a:ext uri="{FF2B5EF4-FFF2-40B4-BE49-F238E27FC236}">
                <a16:creationId xmlns:a16="http://schemas.microsoft.com/office/drawing/2014/main" id="{6E14516F-C8C7-9666-D863-2EEAB76C8685}"/>
              </a:ext>
            </a:extLst>
          </p:cNvPr>
          <p:cNvSpPr>
            <a:spLocks noGrp="1"/>
          </p:cNvSpPr>
          <p:nvPr>
            <p:ph type="sldNum" sz="quarter" idx="1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588244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s with Cap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35428" y="314295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57200" y="125714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Picture Placeholder 2">
            <a:extLst>
              <a:ext uri="{FF2B5EF4-FFF2-40B4-BE49-F238E27FC236}">
                <a16:creationId xmlns:a16="http://schemas.microsoft.com/office/drawing/2014/main" id="{60A3B0E8-AC0D-A169-37E3-2D123D6EBF24}"/>
              </a:ext>
            </a:extLst>
          </p:cNvPr>
          <p:cNvSpPr>
            <a:spLocks noGrp="1"/>
          </p:cNvSpPr>
          <p:nvPr>
            <p:ph type="pic" idx="16"/>
          </p:nvPr>
        </p:nvSpPr>
        <p:spPr>
          <a:xfrm>
            <a:off x="4325104" y="125714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3" name="Picture Placeholder 2">
            <a:extLst>
              <a:ext uri="{FF2B5EF4-FFF2-40B4-BE49-F238E27FC236}">
                <a16:creationId xmlns:a16="http://schemas.microsoft.com/office/drawing/2014/main" id="{640970D8-E511-89A8-FC5C-6DB37485ADE3}"/>
              </a:ext>
            </a:extLst>
          </p:cNvPr>
          <p:cNvSpPr>
            <a:spLocks noGrp="1"/>
          </p:cNvSpPr>
          <p:nvPr>
            <p:ph type="pic" idx="17"/>
          </p:nvPr>
        </p:nvSpPr>
        <p:spPr>
          <a:xfrm>
            <a:off x="8214780" y="125714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4" name="Text Placeholder 3">
            <a:extLst>
              <a:ext uri="{FF2B5EF4-FFF2-40B4-BE49-F238E27FC236}">
                <a16:creationId xmlns:a16="http://schemas.microsoft.com/office/drawing/2014/main" id="{6B04B79A-B4BD-0306-3D46-D570E1F51CA6}"/>
              </a:ext>
            </a:extLst>
          </p:cNvPr>
          <p:cNvSpPr>
            <a:spLocks noGrp="1"/>
          </p:cNvSpPr>
          <p:nvPr>
            <p:ph type="body" sz="half" idx="18"/>
          </p:nvPr>
        </p:nvSpPr>
        <p:spPr>
          <a:xfrm>
            <a:off x="4303332" y="314295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Text Placeholder 3">
            <a:extLst>
              <a:ext uri="{FF2B5EF4-FFF2-40B4-BE49-F238E27FC236}">
                <a16:creationId xmlns:a16="http://schemas.microsoft.com/office/drawing/2014/main" id="{450B4796-C4B7-C272-5ADD-7D6C896B703E}"/>
              </a:ext>
            </a:extLst>
          </p:cNvPr>
          <p:cNvSpPr>
            <a:spLocks noGrp="1"/>
          </p:cNvSpPr>
          <p:nvPr>
            <p:ph type="body" sz="half" idx="19"/>
          </p:nvPr>
        </p:nvSpPr>
        <p:spPr>
          <a:xfrm>
            <a:off x="8214780" y="314295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2" name="Text Placeholder 3">
            <a:extLst>
              <a:ext uri="{FF2B5EF4-FFF2-40B4-BE49-F238E27FC236}">
                <a16:creationId xmlns:a16="http://schemas.microsoft.com/office/drawing/2014/main" id="{4633AE4D-056F-FC97-1F10-877F247AB319}"/>
              </a:ext>
            </a:extLst>
          </p:cNvPr>
          <p:cNvSpPr>
            <a:spLocks noGrp="1"/>
          </p:cNvSpPr>
          <p:nvPr>
            <p:ph type="body" sz="half" idx="20"/>
          </p:nvPr>
        </p:nvSpPr>
        <p:spPr>
          <a:xfrm>
            <a:off x="413656" y="564563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3" name="Picture Placeholder 2">
            <a:extLst>
              <a:ext uri="{FF2B5EF4-FFF2-40B4-BE49-F238E27FC236}">
                <a16:creationId xmlns:a16="http://schemas.microsoft.com/office/drawing/2014/main" id="{19716662-3C77-F831-E45C-F9EA49810F58}"/>
              </a:ext>
            </a:extLst>
          </p:cNvPr>
          <p:cNvSpPr>
            <a:spLocks noGrp="1"/>
          </p:cNvSpPr>
          <p:nvPr>
            <p:ph type="pic" idx="21"/>
          </p:nvPr>
        </p:nvSpPr>
        <p:spPr>
          <a:xfrm>
            <a:off x="435428" y="375982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4" name="Picture Placeholder 2">
            <a:extLst>
              <a:ext uri="{FF2B5EF4-FFF2-40B4-BE49-F238E27FC236}">
                <a16:creationId xmlns:a16="http://schemas.microsoft.com/office/drawing/2014/main" id="{1ED1A14F-5E0D-476E-9C60-BD987EFC4940}"/>
              </a:ext>
            </a:extLst>
          </p:cNvPr>
          <p:cNvSpPr>
            <a:spLocks noGrp="1"/>
          </p:cNvSpPr>
          <p:nvPr>
            <p:ph type="pic" idx="22"/>
          </p:nvPr>
        </p:nvSpPr>
        <p:spPr>
          <a:xfrm>
            <a:off x="4303332" y="375982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5" name="Picture Placeholder 2">
            <a:extLst>
              <a:ext uri="{FF2B5EF4-FFF2-40B4-BE49-F238E27FC236}">
                <a16:creationId xmlns:a16="http://schemas.microsoft.com/office/drawing/2014/main" id="{A0003A4C-26CB-DD7F-0B22-024AFB58DC67}"/>
              </a:ext>
            </a:extLst>
          </p:cNvPr>
          <p:cNvSpPr>
            <a:spLocks noGrp="1"/>
          </p:cNvSpPr>
          <p:nvPr>
            <p:ph type="pic" idx="23"/>
          </p:nvPr>
        </p:nvSpPr>
        <p:spPr>
          <a:xfrm>
            <a:off x="8193008" y="375982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6" name="Text Placeholder 3">
            <a:extLst>
              <a:ext uri="{FF2B5EF4-FFF2-40B4-BE49-F238E27FC236}">
                <a16:creationId xmlns:a16="http://schemas.microsoft.com/office/drawing/2014/main" id="{08CE8D58-56A2-6AE5-AB18-C53F4134DD88}"/>
              </a:ext>
            </a:extLst>
          </p:cNvPr>
          <p:cNvSpPr>
            <a:spLocks noGrp="1"/>
          </p:cNvSpPr>
          <p:nvPr>
            <p:ph type="body" sz="half" idx="24"/>
          </p:nvPr>
        </p:nvSpPr>
        <p:spPr>
          <a:xfrm>
            <a:off x="4281560" y="564563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7A4C2D1F-1A58-AC60-F606-B816E5F23FFF}"/>
              </a:ext>
            </a:extLst>
          </p:cNvPr>
          <p:cNvSpPr>
            <a:spLocks noGrp="1"/>
          </p:cNvSpPr>
          <p:nvPr>
            <p:ph type="body" sz="half" idx="25"/>
          </p:nvPr>
        </p:nvSpPr>
        <p:spPr>
          <a:xfrm>
            <a:off x="8193008" y="564563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DDD41E05-E2FD-7748-8B57-EC9C68C6891A}"/>
              </a:ext>
            </a:extLst>
          </p:cNvPr>
          <p:cNvSpPr>
            <a:spLocks noGrp="1"/>
          </p:cNvSpPr>
          <p:nvPr>
            <p:ph type="sldNum" sz="quarter" idx="2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27503303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pic>
        <p:nvPicPr>
          <p:cNvPr id="4" name="Purdue Logo" descr="Purdue Logo">
            <a:extLst>
              <a:ext uri="{FF2B5EF4-FFF2-40B4-BE49-F238E27FC236}">
                <a16:creationId xmlns:a16="http://schemas.microsoft.com/office/drawing/2014/main" id="{D337403E-4A63-3B42-FC84-47BAEDD7A75E}"/>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4" y="1542762"/>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334406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623655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Picture Placeholder 2">
            <a:extLst>
              <a:ext uri="{FF2B5EF4-FFF2-40B4-BE49-F238E27FC236}">
                <a16:creationId xmlns:a16="http://schemas.microsoft.com/office/drawing/2014/main" id="{6223A017-A902-92C1-8A99-7D45B08D860D}"/>
              </a:ext>
            </a:extLst>
          </p:cNvPr>
          <p:cNvSpPr>
            <a:spLocks noGrp="1"/>
          </p:cNvSpPr>
          <p:nvPr>
            <p:ph type="pic" idx="17"/>
          </p:nvPr>
        </p:nvSpPr>
        <p:spPr>
          <a:xfrm>
            <a:off x="912904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5" name="Picture Placeholder 2">
            <a:extLst>
              <a:ext uri="{FF2B5EF4-FFF2-40B4-BE49-F238E27FC236}">
                <a16:creationId xmlns:a16="http://schemas.microsoft.com/office/drawing/2014/main" id="{FE352EAA-3DC6-450E-518D-B55638975ECE}"/>
              </a:ext>
            </a:extLst>
          </p:cNvPr>
          <p:cNvSpPr>
            <a:spLocks noGrp="1"/>
          </p:cNvSpPr>
          <p:nvPr>
            <p:ph type="pic" idx="18"/>
          </p:nvPr>
        </p:nvSpPr>
        <p:spPr>
          <a:xfrm>
            <a:off x="1843620" y="3651150"/>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6" name="Picture Placeholder 2">
            <a:extLst>
              <a:ext uri="{FF2B5EF4-FFF2-40B4-BE49-F238E27FC236}">
                <a16:creationId xmlns:a16="http://schemas.microsoft.com/office/drawing/2014/main" id="{1E5E3807-051E-4D4B-1143-A6B4BDDBB5D8}"/>
              </a:ext>
            </a:extLst>
          </p:cNvPr>
          <p:cNvSpPr>
            <a:spLocks noGrp="1"/>
          </p:cNvSpPr>
          <p:nvPr>
            <p:ph type="pic" idx="19"/>
          </p:nvPr>
        </p:nvSpPr>
        <p:spPr>
          <a:xfrm>
            <a:off x="474136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7" name="Picture Placeholder 2">
            <a:extLst>
              <a:ext uri="{FF2B5EF4-FFF2-40B4-BE49-F238E27FC236}">
                <a16:creationId xmlns:a16="http://schemas.microsoft.com/office/drawing/2014/main" id="{9659EF4B-6B57-DE2A-B33A-D60A659CFE6D}"/>
              </a:ext>
            </a:extLst>
          </p:cNvPr>
          <p:cNvSpPr>
            <a:spLocks noGrp="1"/>
          </p:cNvSpPr>
          <p:nvPr>
            <p:ph type="pic" idx="20"/>
          </p:nvPr>
        </p:nvSpPr>
        <p:spPr>
          <a:xfrm>
            <a:off x="763385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Slide Number Placeholder 4">
            <a:extLst>
              <a:ext uri="{FF2B5EF4-FFF2-40B4-BE49-F238E27FC236}">
                <a16:creationId xmlns:a16="http://schemas.microsoft.com/office/drawing/2014/main" id="{CC7B7A1A-70E9-2FE4-C6F5-83B077FA0A30}"/>
              </a:ext>
            </a:extLst>
          </p:cNvPr>
          <p:cNvSpPr>
            <a:spLocks noGrp="1"/>
          </p:cNvSpPr>
          <p:nvPr>
            <p:ph type="sldNum" sz="quarter" idx="21"/>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68931317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with 2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6521986" y="3884037"/>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467A134D-7A3A-AD4B-91DF-57347E308706}"/>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4581B053-21C8-C0AD-58C7-637A6315D1B2}"/>
              </a:ext>
            </a:extLst>
          </p:cNvPr>
          <p:cNvSpPr>
            <a:spLocks noGrp="1"/>
          </p:cNvSpPr>
          <p:nvPr>
            <p:ph type="body" sz="half" idx="2"/>
          </p:nvPr>
        </p:nvSpPr>
        <p:spPr>
          <a:xfrm>
            <a:off x="6521726" y="3395949"/>
            <a:ext cx="521294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Rectangle 16">
            <a:extLst>
              <a:ext uri="{FF2B5EF4-FFF2-40B4-BE49-F238E27FC236}">
                <a16:creationId xmlns:a16="http://schemas.microsoft.com/office/drawing/2014/main" id="{D8B2033E-9DB9-9A2B-D4C5-6D8960838D22}"/>
              </a:ext>
            </a:extLst>
          </p:cNvPr>
          <p:cNvSpPr/>
          <p:nvPr userDrawn="1"/>
        </p:nvSpPr>
        <p:spPr>
          <a:xfrm>
            <a:off x="6521856" y="5636913"/>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 Placeholder 3">
            <a:extLst>
              <a:ext uri="{FF2B5EF4-FFF2-40B4-BE49-F238E27FC236}">
                <a16:creationId xmlns:a16="http://schemas.microsoft.com/office/drawing/2014/main" id="{F02FFCFA-A84F-7535-4A5F-29A5FC646063}"/>
              </a:ext>
            </a:extLst>
          </p:cNvPr>
          <p:cNvSpPr>
            <a:spLocks noGrp="1"/>
          </p:cNvSpPr>
          <p:nvPr>
            <p:ph type="body" sz="half" idx="19"/>
          </p:nvPr>
        </p:nvSpPr>
        <p:spPr>
          <a:xfrm>
            <a:off x="6521726" y="5636913"/>
            <a:ext cx="521281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Slide Number Placeholder 3">
            <a:extLst>
              <a:ext uri="{FF2B5EF4-FFF2-40B4-BE49-F238E27FC236}">
                <a16:creationId xmlns:a16="http://schemas.microsoft.com/office/drawing/2014/main" id="{52FB5882-2267-1630-20F3-B4AD242C8785}"/>
              </a:ext>
            </a:extLst>
          </p:cNvPr>
          <p:cNvSpPr>
            <a:spLocks noGrp="1"/>
          </p:cNvSpPr>
          <p:nvPr>
            <p:ph type="sldNum" sz="quarter" idx="20"/>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885527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3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pic>
        <p:nvPicPr>
          <p:cNvPr id="9" name="Purdue Logo" descr="Purdue Logo">
            <a:extLst>
              <a:ext uri="{FF2B5EF4-FFF2-40B4-BE49-F238E27FC236}">
                <a16:creationId xmlns:a16="http://schemas.microsoft.com/office/drawing/2014/main" id="{0369561B-6E0A-309C-13AF-C89F6E6E2397}"/>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9287219" y="3884037"/>
            <a:ext cx="2447580"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6521986" y="3879120"/>
            <a:ext cx="2528916"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ECAC4E08-5A51-BF4F-655E-4E54DD771548}"/>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 Placeholder 3">
            <a:extLst>
              <a:ext uri="{FF2B5EF4-FFF2-40B4-BE49-F238E27FC236}">
                <a16:creationId xmlns:a16="http://schemas.microsoft.com/office/drawing/2014/main" id="{27D80C23-74F3-F853-02BF-83C743039F6E}"/>
              </a:ext>
            </a:extLst>
          </p:cNvPr>
          <p:cNvSpPr>
            <a:spLocks noGrp="1"/>
          </p:cNvSpPr>
          <p:nvPr>
            <p:ph type="body" sz="half" idx="2"/>
          </p:nvPr>
        </p:nvSpPr>
        <p:spPr>
          <a:xfrm>
            <a:off x="6571823" y="3395949"/>
            <a:ext cx="5162846"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Rectangle 6">
            <a:extLst>
              <a:ext uri="{FF2B5EF4-FFF2-40B4-BE49-F238E27FC236}">
                <a16:creationId xmlns:a16="http://schemas.microsoft.com/office/drawing/2014/main" id="{F8F22EB8-4EFD-86A4-8EB8-8A4F1A1AA2DF}"/>
              </a:ext>
            </a:extLst>
          </p:cNvPr>
          <p:cNvSpPr/>
          <p:nvPr userDrawn="1"/>
        </p:nvSpPr>
        <p:spPr>
          <a:xfrm>
            <a:off x="6512818" y="5631997"/>
            <a:ext cx="251233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66A4B2AA-E0AE-18DD-BAA3-AF2A9CA6987A}"/>
              </a:ext>
            </a:extLst>
          </p:cNvPr>
          <p:cNvSpPr>
            <a:spLocks noGrp="1"/>
          </p:cNvSpPr>
          <p:nvPr>
            <p:ph type="body" sz="half" idx="19"/>
          </p:nvPr>
        </p:nvSpPr>
        <p:spPr>
          <a:xfrm>
            <a:off x="6562654" y="5631997"/>
            <a:ext cx="2488248"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Rectangle 14">
            <a:extLst>
              <a:ext uri="{FF2B5EF4-FFF2-40B4-BE49-F238E27FC236}">
                <a16:creationId xmlns:a16="http://schemas.microsoft.com/office/drawing/2014/main" id="{E18B5CD1-FF93-2C9C-1BFF-73A3CE39E65D}"/>
              </a:ext>
            </a:extLst>
          </p:cNvPr>
          <p:cNvSpPr/>
          <p:nvPr userDrawn="1"/>
        </p:nvSpPr>
        <p:spPr>
          <a:xfrm>
            <a:off x="9287218" y="5641703"/>
            <a:ext cx="2431941"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3">
            <a:extLst>
              <a:ext uri="{FF2B5EF4-FFF2-40B4-BE49-F238E27FC236}">
                <a16:creationId xmlns:a16="http://schemas.microsoft.com/office/drawing/2014/main" id="{C52272AC-9734-6D60-9441-B5E7B9E4E372}"/>
              </a:ext>
            </a:extLst>
          </p:cNvPr>
          <p:cNvSpPr>
            <a:spLocks noGrp="1"/>
          </p:cNvSpPr>
          <p:nvPr>
            <p:ph type="body" sz="half" idx="20"/>
          </p:nvPr>
        </p:nvSpPr>
        <p:spPr>
          <a:xfrm>
            <a:off x="9337055" y="5641703"/>
            <a:ext cx="2408630"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Slide Number Placeholder 12">
            <a:extLst>
              <a:ext uri="{FF2B5EF4-FFF2-40B4-BE49-F238E27FC236}">
                <a16:creationId xmlns:a16="http://schemas.microsoft.com/office/drawing/2014/main" id="{5060CCDA-D884-EB50-0B9C-1003FDB3977F}"/>
              </a:ext>
            </a:extLst>
          </p:cNvPr>
          <p:cNvSpPr>
            <a:spLocks noGrp="1"/>
          </p:cNvSpPr>
          <p:nvPr>
            <p:ph type="sldNum" sz="quarter" idx="21"/>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7034418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 3 Blocks - 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CFF414-FA47-F7EC-7EFB-7073E26BB831}"/>
              </a:ext>
            </a:extLst>
          </p:cNvPr>
          <p:cNvSpPr/>
          <p:nvPr userDrawn="1"/>
        </p:nvSpPr>
        <p:spPr>
          <a:xfrm>
            <a:off x="7938475" y="1315894"/>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13C0F4F-1E76-E3A4-E5AA-8FA79C7C69FB}"/>
              </a:ext>
            </a:extLst>
          </p:cNvPr>
          <p:cNvSpPr/>
          <p:nvPr userDrawn="1"/>
        </p:nvSpPr>
        <p:spPr>
          <a:xfrm>
            <a:off x="4420956" y="1315895"/>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7105CB-DECE-0616-2A57-776784CFC1CB}"/>
              </a:ext>
            </a:extLst>
          </p:cNvPr>
          <p:cNvSpPr/>
          <p:nvPr userDrawn="1"/>
        </p:nvSpPr>
        <p:spPr>
          <a:xfrm>
            <a:off x="903437" y="1315896"/>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1813FE17-B697-FB87-4ED6-D832D798E901}"/>
              </a:ext>
            </a:extLst>
          </p:cNvPr>
          <p:cNvSpPr>
            <a:spLocks noGrp="1"/>
          </p:cNvSpPr>
          <p:nvPr>
            <p:ph type="body" sz="quarter" idx="10" hasCustomPrompt="1"/>
          </p:nvPr>
        </p:nvSpPr>
        <p:spPr>
          <a:xfrm>
            <a:off x="903506" y="1436468"/>
            <a:ext cx="3319462" cy="339561"/>
          </a:xfrm>
        </p:spPr>
        <p:txBody>
          <a:bodyPr>
            <a:noAutofit/>
          </a:bodyPr>
          <a:lstStyle>
            <a:lvl1pPr marL="0" indent="0" algn="ctr" fontAlgn="t">
              <a:spcBef>
                <a:spcPts val="0"/>
              </a:spcBef>
              <a:buFontTx/>
              <a:buNone/>
              <a:defRPr sz="1800" baseline="0">
                <a:solidFill>
                  <a:schemeClr val="bg1"/>
                </a:solidFill>
                <a:latin typeface="+mj-lt"/>
              </a:defRPr>
            </a:lvl1pPr>
          </a:lstStyle>
          <a:p>
            <a:pPr lvl="0"/>
            <a:r>
              <a:rPr lang="en-US"/>
              <a:t>Click to edit Subhead</a:t>
            </a:r>
          </a:p>
        </p:txBody>
      </p:sp>
      <p:sp>
        <p:nvSpPr>
          <p:cNvPr id="9" name="Text Placeholder 8">
            <a:extLst>
              <a:ext uri="{FF2B5EF4-FFF2-40B4-BE49-F238E27FC236}">
                <a16:creationId xmlns:a16="http://schemas.microsoft.com/office/drawing/2014/main" id="{8CE94D6C-2E61-91FC-DA54-8FB71DE93C01}"/>
              </a:ext>
            </a:extLst>
          </p:cNvPr>
          <p:cNvSpPr>
            <a:spLocks noGrp="1"/>
          </p:cNvSpPr>
          <p:nvPr>
            <p:ph type="body" sz="quarter" idx="11" hasCustomPrompt="1"/>
          </p:nvPr>
        </p:nvSpPr>
        <p:spPr>
          <a:xfrm>
            <a:off x="1101943" y="2043222"/>
            <a:ext cx="2950589" cy="1691333"/>
          </a:xfrm>
        </p:spPr>
        <p:txBody>
          <a:bodyPr>
            <a:noAutofit/>
          </a:bodyPr>
          <a:lstStyle>
            <a:lvl1pPr marL="0" indent="0" algn="l">
              <a:buFontTx/>
              <a:buNone/>
              <a:defRPr sz="1400">
                <a:solidFill>
                  <a:schemeClr val="bg1"/>
                </a:solidFill>
                <a:latin typeface="+mn-lt"/>
              </a:defRPr>
            </a:lvl1pPr>
          </a:lstStyle>
          <a:p>
            <a:r>
              <a:rPr lang="de-DE" sz="1400" err="1">
                <a:solidFill>
                  <a:schemeClr val="bg1"/>
                </a:solidFill>
                <a:latin typeface="Franklin Gothic Book" panose="020B0503020102020204" pitchFamily="34" charset="0"/>
              </a:rPr>
              <a:t>Lorem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ipsum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sit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amet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consetetur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sadipscing</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elitr</a:t>
            </a:r>
            <a:r>
              <a:rPr lang="de-DE" sz="1400">
                <a:solidFill>
                  <a:schemeClr val="bg1"/>
                </a:solidFill>
                <a:latin typeface="Franklin Gothic Book" panose="020B0503020102020204" pitchFamily="34" charset="0"/>
              </a:rPr>
              <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nonumy</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eirmod</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tempor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invidunt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ut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labore</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dolore</a:t>
            </a:r>
            <a:r>
              <a:rPr lang="de-DE" sz="1400">
                <a:solidFill>
                  <a:schemeClr val="bg1"/>
                </a:solidFill>
                <a:latin typeface="Franklin Gothic Book" panose="020B0503020102020204" pitchFamily="34" charset="0"/>
              </a:rPr>
              <a:t> magna </a:t>
            </a:r>
            <a:r>
              <a:rPr lang="de-DE" sz="1400" err="1">
                <a:solidFill>
                  <a:schemeClr val="bg1"/>
                </a:solidFill>
                <a:latin typeface="Franklin Gothic Book" panose="020B0503020102020204" pitchFamily="34" charset="0"/>
              </a:rPr>
              <a:t>aliquyam</a:t>
            </a:r>
            <a:r>
              <a:rPr lang="de-DE" sz="1400">
                <a:solidFill>
                  <a:schemeClr val="bg1"/>
                </a:solidFill>
                <a:latin typeface="Franklin Gothic Book" panose="020B0503020102020204" pitchFamily="34" charset="0"/>
              </a:rPr>
              <a:t> erat,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voluptua</a:t>
            </a:r>
            <a:r>
              <a:rPr lang="de-DE" sz="1400">
                <a:solidFill>
                  <a:schemeClr val="bg1"/>
                </a:solidFill>
                <a:latin typeface="Franklin Gothic Book" panose="020B0503020102020204" pitchFamily="34" charset="0"/>
              </a:rPr>
              <a:t>. At </a:t>
            </a:r>
            <a:r>
              <a:rPr lang="de-DE" sz="1400" err="1">
                <a:solidFill>
                  <a:schemeClr val="bg1"/>
                </a:solidFill>
                <a:latin typeface="Franklin Gothic Book" panose="020B0503020102020204" pitchFamily="34" charset="0"/>
              </a:rPr>
              <a:t>vero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eos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accusam</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justo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duo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dolores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ea</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rebum</a:t>
            </a:r>
            <a:r>
              <a:rPr lang="de-DE" sz="1400">
                <a:solidFill>
                  <a:schemeClr val="bg1"/>
                </a:solidFill>
                <a:latin typeface="Franklin Gothic Book" panose="020B0503020102020204" pitchFamily="34" charset="0"/>
              </a:rPr>
              <a:t>.</a:t>
            </a:r>
          </a:p>
          <a:p>
            <a:endParaRPr lang="en-US">
              <a:solidFill>
                <a:schemeClr val="bg1"/>
              </a:solidFill>
            </a:endParaRPr>
          </a:p>
          <a:p>
            <a:pPr lvl="0"/>
            <a:endParaRPr lang="en-US"/>
          </a:p>
        </p:txBody>
      </p:sp>
      <p:sp>
        <p:nvSpPr>
          <p:cNvPr id="11" name="Picture Placeholder 10">
            <a:extLst>
              <a:ext uri="{FF2B5EF4-FFF2-40B4-BE49-F238E27FC236}">
                <a16:creationId xmlns:a16="http://schemas.microsoft.com/office/drawing/2014/main" id="{8B65CB9D-AA49-05C2-2100-C63D32C82B85}"/>
              </a:ext>
            </a:extLst>
          </p:cNvPr>
          <p:cNvSpPr>
            <a:spLocks noGrp="1"/>
          </p:cNvSpPr>
          <p:nvPr>
            <p:ph type="pic" sz="quarter" idx="12"/>
          </p:nvPr>
        </p:nvSpPr>
        <p:spPr>
          <a:xfrm>
            <a:off x="1101943" y="4045824"/>
            <a:ext cx="2951163" cy="1555750"/>
          </a:xfrm>
        </p:spPr>
        <p:txBody>
          <a:bodyPr/>
          <a:lstStyle>
            <a:lvl1pPr marL="0" indent="0">
              <a:buNone/>
              <a:defRPr/>
            </a:lvl1pPr>
          </a:lstStyle>
          <a:p>
            <a:r>
              <a:rPr lang="en-US"/>
              <a:t>Click icon to add picture</a:t>
            </a:r>
          </a:p>
        </p:txBody>
      </p:sp>
      <p:sp>
        <p:nvSpPr>
          <p:cNvPr id="17" name="Text Placeholder 6">
            <a:extLst>
              <a:ext uri="{FF2B5EF4-FFF2-40B4-BE49-F238E27FC236}">
                <a16:creationId xmlns:a16="http://schemas.microsoft.com/office/drawing/2014/main" id="{43204028-135E-83A2-B94A-693154F531B4}"/>
              </a:ext>
            </a:extLst>
          </p:cNvPr>
          <p:cNvSpPr>
            <a:spLocks noGrp="1"/>
          </p:cNvSpPr>
          <p:nvPr>
            <p:ph type="body" sz="quarter" idx="13" hasCustomPrompt="1"/>
          </p:nvPr>
        </p:nvSpPr>
        <p:spPr>
          <a:xfrm>
            <a:off x="4421284" y="1436468"/>
            <a:ext cx="3319462" cy="339561"/>
          </a:xfrm>
        </p:spPr>
        <p:txBody>
          <a:bodyPr>
            <a:noAutofit/>
          </a:bodyPr>
          <a:lstStyle>
            <a:lvl1pPr marL="0" indent="0" algn="ctr" fontAlgn="t">
              <a:spcBef>
                <a:spcPts val="0"/>
              </a:spcBef>
              <a:buFontTx/>
              <a:buNone/>
              <a:defRPr sz="1800" baseline="0">
                <a:solidFill>
                  <a:schemeClr val="bg1"/>
                </a:solidFill>
                <a:latin typeface="+mj-lt"/>
              </a:defRPr>
            </a:lvl1pPr>
          </a:lstStyle>
          <a:p>
            <a:pPr lvl="0"/>
            <a:r>
              <a:rPr lang="en-US"/>
              <a:t>Click to edit Subhead</a:t>
            </a:r>
          </a:p>
        </p:txBody>
      </p:sp>
      <p:sp>
        <p:nvSpPr>
          <p:cNvPr id="18" name="Text Placeholder 8">
            <a:extLst>
              <a:ext uri="{FF2B5EF4-FFF2-40B4-BE49-F238E27FC236}">
                <a16:creationId xmlns:a16="http://schemas.microsoft.com/office/drawing/2014/main" id="{756D1137-A56F-85A2-FEB3-FEBA9D3C86F5}"/>
              </a:ext>
            </a:extLst>
          </p:cNvPr>
          <p:cNvSpPr>
            <a:spLocks noGrp="1"/>
          </p:cNvSpPr>
          <p:nvPr>
            <p:ph type="body" sz="quarter" idx="14" hasCustomPrompt="1"/>
          </p:nvPr>
        </p:nvSpPr>
        <p:spPr>
          <a:xfrm>
            <a:off x="4619721" y="2043222"/>
            <a:ext cx="2950589" cy="1691333"/>
          </a:xfrm>
        </p:spPr>
        <p:txBody>
          <a:bodyPr>
            <a:noAutofit/>
          </a:bodyPr>
          <a:lstStyle>
            <a:lvl1pPr marL="0" indent="0" algn="l">
              <a:buFontTx/>
              <a:buNone/>
              <a:defRPr sz="1400">
                <a:solidFill>
                  <a:schemeClr val="bg1"/>
                </a:solidFill>
                <a:latin typeface="+mn-lt"/>
              </a:defRPr>
            </a:lvl1pPr>
          </a:lstStyle>
          <a:p>
            <a:r>
              <a:rPr lang="de-DE" sz="1400" err="1">
                <a:solidFill>
                  <a:schemeClr val="bg1"/>
                </a:solidFill>
                <a:latin typeface="Franklin Gothic Book" panose="020B0503020102020204" pitchFamily="34" charset="0"/>
              </a:rPr>
              <a:t>Lorem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ipsum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sit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amet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consetetur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sadipscing</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elitr</a:t>
            </a:r>
            <a:r>
              <a:rPr lang="de-DE" sz="1400">
                <a:solidFill>
                  <a:schemeClr val="bg1"/>
                </a:solidFill>
                <a:latin typeface="Franklin Gothic Book" panose="020B0503020102020204" pitchFamily="34" charset="0"/>
              </a:rPr>
              <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nonumy</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eirmod</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tempor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invidunt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ut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labore</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dolore</a:t>
            </a:r>
            <a:r>
              <a:rPr lang="de-DE" sz="1400">
                <a:solidFill>
                  <a:schemeClr val="bg1"/>
                </a:solidFill>
                <a:latin typeface="Franklin Gothic Book" panose="020B0503020102020204" pitchFamily="34" charset="0"/>
              </a:rPr>
              <a:t> magna </a:t>
            </a:r>
            <a:r>
              <a:rPr lang="de-DE" sz="1400" err="1">
                <a:solidFill>
                  <a:schemeClr val="bg1"/>
                </a:solidFill>
                <a:latin typeface="Franklin Gothic Book" panose="020B0503020102020204" pitchFamily="34" charset="0"/>
              </a:rPr>
              <a:t>aliquyam</a:t>
            </a:r>
            <a:r>
              <a:rPr lang="de-DE" sz="1400">
                <a:solidFill>
                  <a:schemeClr val="bg1"/>
                </a:solidFill>
                <a:latin typeface="Franklin Gothic Book" panose="020B0503020102020204" pitchFamily="34" charset="0"/>
              </a:rPr>
              <a:t> erat,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voluptua</a:t>
            </a:r>
            <a:r>
              <a:rPr lang="de-DE" sz="1400">
                <a:solidFill>
                  <a:schemeClr val="bg1"/>
                </a:solidFill>
                <a:latin typeface="Franklin Gothic Book" panose="020B0503020102020204" pitchFamily="34" charset="0"/>
              </a:rPr>
              <a:t>. At </a:t>
            </a:r>
            <a:r>
              <a:rPr lang="de-DE" sz="1400" err="1">
                <a:solidFill>
                  <a:schemeClr val="bg1"/>
                </a:solidFill>
                <a:latin typeface="Franklin Gothic Book" panose="020B0503020102020204" pitchFamily="34" charset="0"/>
              </a:rPr>
              <a:t>vero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eos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accusam</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justo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duo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dolores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ea</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rebum</a:t>
            </a:r>
            <a:r>
              <a:rPr lang="de-DE" sz="1400">
                <a:solidFill>
                  <a:schemeClr val="bg1"/>
                </a:solidFill>
                <a:latin typeface="Franklin Gothic Book" panose="020B0503020102020204" pitchFamily="34" charset="0"/>
              </a:rPr>
              <a:t>.</a:t>
            </a:r>
          </a:p>
          <a:p>
            <a:endParaRPr lang="en-US">
              <a:solidFill>
                <a:schemeClr val="bg1"/>
              </a:solidFill>
            </a:endParaRPr>
          </a:p>
          <a:p>
            <a:pPr lvl="0"/>
            <a:endParaRPr lang="en-US"/>
          </a:p>
        </p:txBody>
      </p:sp>
      <p:sp>
        <p:nvSpPr>
          <p:cNvPr id="19" name="Picture Placeholder 10">
            <a:extLst>
              <a:ext uri="{FF2B5EF4-FFF2-40B4-BE49-F238E27FC236}">
                <a16:creationId xmlns:a16="http://schemas.microsoft.com/office/drawing/2014/main" id="{D4E810FD-2D00-764A-B144-B235C21E32F6}"/>
              </a:ext>
            </a:extLst>
          </p:cNvPr>
          <p:cNvSpPr>
            <a:spLocks noGrp="1"/>
          </p:cNvSpPr>
          <p:nvPr>
            <p:ph type="pic" sz="quarter" idx="15"/>
          </p:nvPr>
        </p:nvSpPr>
        <p:spPr>
          <a:xfrm>
            <a:off x="4619721" y="4045824"/>
            <a:ext cx="2951163" cy="1555750"/>
          </a:xfrm>
        </p:spPr>
        <p:txBody>
          <a:bodyPr/>
          <a:lstStyle>
            <a:lvl1pPr marL="0" indent="0">
              <a:buNone/>
              <a:defRPr/>
            </a:lvl1pPr>
          </a:lstStyle>
          <a:p>
            <a:r>
              <a:rPr lang="en-US"/>
              <a:t>Click icon to add picture</a:t>
            </a:r>
          </a:p>
        </p:txBody>
      </p:sp>
      <p:sp>
        <p:nvSpPr>
          <p:cNvPr id="21" name="Text Placeholder 6">
            <a:extLst>
              <a:ext uri="{FF2B5EF4-FFF2-40B4-BE49-F238E27FC236}">
                <a16:creationId xmlns:a16="http://schemas.microsoft.com/office/drawing/2014/main" id="{0A71EF50-386A-A3B9-93FB-6EF179A4EE47}"/>
              </a:ext>
            </a:extLst>
          </p:cNvPr>
          <p:cNvSpPr>
            <a:spLocks noGrp="1"/>
          </p:cNvSpPr>
          <p:nvPr>
            <p:ph type="body" sz="quarter" idx="16" hasCustomPrompt="1"/>
          </p:nvPr>
        </p:nvSpPr>
        <p:spPr>
          <a:xfrm>
            <a:off x="7938803" y="1433918"/>
            <a:ext cx="3319462" cy="339561"/>
          </a:xfrm>
        </p:spPr>
        <p:txBody>
          <a:bodyPr>
            <a:noAutofit/>
          </a:bodyPr>
          <a:lstStyle>
            <a:lvl1pPr marL="0" indent="0" algn="ctr" fontAlgn="t">
              <a:spcBef>
                <a:spcPts val="0"/>
              </a:spcBef>
              <a:buFontTx/>
              <a:buNone/>
              <a:defRPr sz="1800" b="1" baseline="0">
                <a:solidFill>
                  <a:schemeClr val="bg1"/>
                </a:solidFill>
                <a:latin typeface="+mj-lt"/>
              </a:defRPr>
            </a:lvl1pPr>
          </a:lstStyle>
          <a:p>
            <a:pPr lvl="0"/>
            <a:r>
              <a:rPr lang="en-US"/>
              <a:t>Click to edit Subhead</a:t>
            </a:r>
          </a:p>
        </p:txBody>
      </p:sp>
      <p:sp>
        <p:nvSpPr>
          <p:cNvPr id="22" name="Text Placeholder 8">
            <a:extLst>
              <a:ext uri="{FF2B5EF4-FFF2-40B4-BE49-F238E27FC236}">
                <a16:creationId xmlns:a16="http://schemas.microsoft.com/office/drawing/2014/main" id="{326B9638-0AB1-0F11-EA67-211E59867313}"/>
              </a:ext>
            </a:extLst>
          </p:cNvPr>
          <p:cNvSpPr>
            <a:spLocks noGrp="1"/>
          </p:cNvSpPr>
          <p:nvPr>
            <p:ph type="body" sz="quarter" idx="17" hasCustomPrompt="1"/>
          </p:nvPr>
        </p:nvSpPr>
        <p:spPr>
          <a:xfrm>
            <a:off x="8137240" y="2040672"/>
            <a:ext cx="2950589" cy="1691333"/>
          </a:xfrm>
        </p:spPr>
        <p:txBody>
          <a:bodyPr>
            <a:noAutofit/>
          </a:bodyPr>
          <a:lstStyle>
            <a:lvl1pPr marL="0" indent="0" algn="l">
              <a:buFontTx/>
              <a:buNone/>
              <a:defRPr sz="1400" b="1">
                <a:solidFill>
                  <a:schemeClr val="bg1"/>
                </a:solidFill>
                <a:latin typeface="+mn-lt"/>
              </a:defRPr>
            </a:lvl1pPr>
          </a:lstStyle>
          <a:p>
            <a:r>
              <a:rPr lang="de-DE" sz="1400" err="1">
                <a:solidFill>
                  <a:schemeClr val="bg1"/>
                </a:solidFill>
                <a:latin typeface="Franklin Gothic Book" panose="020B0503020102020204" pitchFamily="34" charset="0"/>
              </a:rPr>
              <a:t>Lorem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ipsum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sit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amet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consetetur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sadipscing</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elitr</a:t>
            </a:r>
            <a:r>
              <a:rPr lang="de-DE" sz="1400">
                <a:solidFill>
                  <a:schemeClr val="bg1"/>
                </a:solidFill>
                <a:latin typeface="Franklin Gothic Book" panose="020B0503020102020204" pitchFamily="34" charset="0"/>
              </a:rPr>
              <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nonumy</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eirmod</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tempor</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invidunt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ut</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labore</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dolore</a:t>
            </a:r>
            <a:r>
              <a:rPr lang="de-DE" sz="1400">
                <a:solidFill>
                  <a:schemeClr val="bg1"/>
                </a:solidFill>
                <a:latin typeface="Franklin Gothic Book" panose="020B0503020102020204" pitchFamily="34" charset="0"/>
              </a:rPr>
              <a:t> magna </a:t>
            </a:r>
            <a:r>
              <a:rPr lang="de-DE" sz="1400" err="1">
                <a:solidFill>
                  <a:schemeClr val="bg1"/>
                </a:solidFill>
                <a:latin typeface="Franklin Gothic Book" panose="020B0503020102020204" pitchFamily="34" charset="0"/>
              </a:rPr>
              <a:t>aliquyam</a:t>
            </a:r>
            <a:r>
              <a:rPr lang="de-DE" sz="1400">
                <a:solidFill>
                  <a:schemeClr val="bg1"/>
                </a:solidFill>
                <a:latin typeface="Franklin Gothic Book" panose="020B0503020102020204" pitchFamily="34" charset="0"/>
              </a:rPr>
              <a:t> erat, sed </a:t>
            </a:r>
            <a:r>
              <a:rPr lang="de-DE" sz="1400" err="1">
                <a:solidFill>
                  <a:schemeClr val="bg1"/>
                </a:solidFill>
                <a:latin typeface="Franklin Gothic Book" panose="020B0503020102020204" pitchFamily="34" charset="0"/>
              </a:rPr>
              <a:t>diam</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voluptua</a:t>
            </a:r>
            <a:r>
              <a:rPr lang="de-DE" sz="1400">
                <a:solidFill>
                  <a:schemeClr val="bg1"/>
                </a:solidFill>
                <a:latin typeface="Franklin Gothic Book" panose="020B0503020102020204" pitchFamily="34" charset="0"/>
              </a:rPr>
              <a:t>. At </a:t>
            </a:r>
            <a:r>
              <a:rPr lang="de-DE" sz="1400" err="1">
                <a:solidFill>
                  <a:schemeClr val="bg1"/>
                </a:solidFill>
                <a:latin typeface="Franklin Gothic Book" panose="020B0503020102020204" pitchFamily="34" charset="0"/>
              </a:rPr>
              <a:t>vero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eos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accusam</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justo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duo</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dolores</a:t>
            </a:r>
            <a:r>
              <a:rPr lang="de-DE" sz="1400">
                <a:solidFill>
                  <a:schemeClr val="bg1"/>
                </a:solidFill>
                <a:latin typeface="Franklin Gothic Book" panose="020B0503020102020204" pitchFamily="34" charset="0"/>
              </a:rPr>
              <a:t> et </a:t>
            </a:r>
            <a:r>
              <a:rPr lang="de-DE" sz="1400" err="1">
                <a:solidFill>
                  <a:schemeClr val="bg1"/>
                </a:solidFill>
                <a:latin typeface="Franklin Gothic Book" panose="020B0503020102020204" pitchFamily="34" charset="0"/>
              </a:rPr>
              <a:t>ea</a:t>
            </a:r>
            <a:r>
              <a:rPr lang="de-DE" sz="1400">
                <a:solidFill>
                  <a:schemeClr val="bg1"/>
                </a:solidFill>
                <a:latin typeface="Franklin Gothic Book" panose="020B0503020102020204" pitchFamily="34" charset="0"/>
              </a:rPr>
              <a:t> </a:t>
            </a:r>
            <a:r>
              <a:rPr lang="de-DE" sz="1400" err="1">
                <a:solidFill>
                  <a:schemeClr val="bg1"/>
                </a:solidFill>
                <a:latin typeface="Franklin Gothic Book" panose="020B0503020102020204" pitchFamily="34" charset="0"/>
              </a:rPr>
              <a:t>rebum</a:t>
            </a:r>
            <a:r>
              <a:rPr lang="de-DE" sz="1400">
                <a:solidFill>
                  <a:schemeClr val="bg1"/>
                </a:solidFill>
                <a:latin typeface="Franklin Gothic Book" panose="020B0503020102020204" pitchFamily="34" charset="0"/>
              </a:rPr>
              <a:t>.</a:t>
            </a:r>
          </a:p>
          <a:p>
            <a:endParaRPr lang="en-US">
              <a:solidFill>
                <a:schemeClr val="bg1"/>
              </a:solidFill>
            </a:endParaRPr>
          </a:p>
          <a:p>
            <a:pPr lvl="0"/>
            <a:endParaRPr lang="en-US"/>
          </a:p>
        </p:txBody>
      </p:sp>
      <p:sp>
        <p:nvSpPr>
          <p:cNvPr id="23" name="Picture Placeholder 10">
            <a:extLst>
              <a:ext uri="{FF2B5EF4-FFF2-40B4-BE49-F238E27FC236}">
                <a16:creationId xmlns:a16="http://schemas.microsoft.com/office/drawing/2014/main" id="{6AE17ED9-FDD9-34C3-1F7D-9A8EA4C4B40E}"/>
              </a:ext>
            </a:extLst>
          </p:cNvPr>
          <p:cNvSpPr>
            <a:spLocks noGrp="1"/>
          </p:cNvSpPr>
          <p:nvPr>
            <p:ph type="pic" sz="quarter" idx="18"/>
          </p:nvPr>
        </p:nvSpPr>
        <p:spPr>
          <a:xfrm>
            <a:off x="8137240" y="4043274"/>
            <a:ext cx="2951163" cy="1555750"/>
          </a:xfrm>
        </p:spPr>
        <p:txBody>
          <a:bodyPr/>
          <a:lstStyle>
            <a:lvl1pPr marL="0" indent="0">
              <a:buNone/>
              <a:defRPr b="1"/>
            </a:lvl1pPr>
          </a:lstStyle>
          <a:p>
            <a:r>
              <a:rPr lang="en-US"/>
              <a:t>Click icon to add picture</a:t>
            </a:r>
          </a:p>
        </p:txBody>
      </p:sp>
      <p:pic>
        <p:nvPicPr>
          <p:cNvPr id="15" name="Purdue Logo" descr="Purdue Logo">
            <a:extLst>
              <a:ext uri="{FF2B5EF4-FFF2-40B4-BE49-F238E27FC236}">
                <a16:creationId xmlns:a16="http://schemas.microsoft.com/office/drawing/2014/main" id="{F444D1CF-9A99-D079-5D89-6DE824A89344}"/>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16" name="Title 15">
            <a:extLst>
              <a:ext uri="{FF2B5EF4-FFF2-40B4-BE49-F238E27FC236}">
                <a16:creationId xmlns:a16="http://schemas.microsoft.com/office/drawing/2014/main" id="{77D3ED32-45F9-B948-371F-67E8465B2438}"/>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6B79AD88-FE01-5097-473B-0D0ED2D85A41}"/>
              </a:ext>
            </a:extLst>
          </p:cNvPr>
          <p:cNvSpPr>
            <a:spLocks noGrp="1"/>
          </p:cNvSpPr>
          <p:nvPr>
            <p:ph type="sldNum" sz="quarter" idx="19"/>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2216712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 3 Blocks - Go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98D576-4759-5408-883D-2E56D9D0F603}"/>
              </a:ext>
            </a:extLst>
          </p:cNvPr>
          <p:cNvSpPr/>
          <p:nvPr userDrawn="1"/>
        </p:nvSpPr>
        <p:spPr>
          <a:xfrm>
            <a:off x="7938216" y="1315892"/>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C44A1A-1D1D-F2D9-8EC1-EFF25EBA1FB0}"/>
              </a:ext>
            </a:extLst>
          </p:cNvPr>
          <p:cNvSpPr/>
          <p:nvPr userDrawn="1"/>
        </p:nvSpPr>
        <p:spPr>
          <a:xfrm>
            <a:off x="4420697" y="1315893"/>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38D75A-DD50-6C6E-0A9D-7F77E72C780A}"/>
              </a:ext>
            </a:extLst>
          </p:cNvPr>
          <p:cNvSpPr/>
          <p:nvPr userDrawn="1"/>
        </p:nvSpPr>
        <p:spPr>
          <a:xfrm>
            <a:off x="903178" y="1315894"/>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6">
            <a:extLst>
              <a:ext uri="{FF2B5EF4-FFF2-40B4-BE49-F238E27FC236}">
                <a16:creationId xmlns:a16="http://schemas.microsoft.com/office/drawing/2014/main" id="{876A1563-09E6-06B6-EC4A-8E309CC57B11}"/>
              </a:ext>
            </a:extLst>
          </p:cNvPr>
          <p:cNvSpPr>
            <a:spLocks noGrp="1"/>
          </p:cNvSpPr>
          <p:nvPr>
            <p:ph type="body" sz="quarter" idx="10" hasCustomPrompt="1"/>
          </p:nvPr>
        </p:nvSpPr>
        <p:spPr>
          <a:xfrm>
            <a:off x="903247" y="1436466"/>
            <a:ext cx="3319462" cy="339561"/>
          </a:xfrm>
        </p:spPr>
        <p:txBody>
          <a:bodyPr>
            <a:noAutofit/>
          </a:bodyPr>
          <a:lstStyle>
            <a:lvl1pPr marL="0" indent="0" algn="ctr" fontAlgn="t">
              <a:spcBef>
                <a:spcPts val="0"/>
              </a:spcBef>
              <a:buFontTx/>
              <a:buNone/>
              <a:defRPr sz="1800" baseline="0">
                <a:solidFill>
                  <a:schemeClr val="tx1"/>
                </a:solidFill>
                <a:latin typeface="+mj-lt"/>
              </a:defRPr>
            </a:lvl1pPr>
          </a:lstStyle>
          <a:p>
            <a:pPr lvl="0"/>
            <a:r>
              <a:rPr lang="en-US"/>
              <a:t>Click to edit Subhead</a:t>
            </a:r>
          </a:p>
        </p:txBody>
      </p:sp>
      <p:sp>
        <p:nvSpPr>
          <p:cNvPr id="22" name="Text Placeholder 6">
            <a:extLst>
              <a:ext uri="{FF2B5EF4-FFF2-40B4-BE49-F238E27FC236}">
                <a16:creationId xmlns:a16="http://schemas.microsoft.com/office/drawing/2014/main" id="{AF401EC8-7352-A985-133C-726A718A9E9A}"/>
              </a:ext>
            </a:extLst>
          </p:cNvPr>
          <p:cNvSpPr>
            <a:spLocks noGrp="1"/>
          </p:cNvSpPr>
          <p:nvPr>
            <p:ph type="body" sz="quarter" idx="13" hasCustomPrompt="1"/>
          </p:nvPr>
        </p:nvSpPr>
        <p:spPr>
          <a:xfrm>
            <a:off x="4421025" y="1436466"/>
            <a:ext cx="3319462" cy="339561"/>
          </a:xfrm>
        </p:spPr>
        <p:txBody>
          <a:bodyPr>
            <a:noAutofit/>
          </a:bodyPr>
          <a:lstStyle>
            <a:lvl1pPr marL="0" indent="0" algn="ctr" fontAlgn="t">
              <a:spcBef>
                <a:spcPts val="0"/>
              </a:spcBef>
              <a:buFontTx/>
              <a:buNone/>
              <a:defRPr sz="1800" baseline="0">
                <a:solidFill>
                  <a:schemeClr val="tx1"/>
                </a:solidFill>
                <a:latin typeface="+mj-lt"/>
              </a:defRPr>
            </a:lvl1pPr>
          </a:lstStyle>
          <a:p>
            <a:pPr lvl="0"/>
            <a:r>
              <a:rPr lang="en-US"/>
              <a:t>Click to edit Subhead</a:t>
            </a:r>
          </a:p>
        </p:txBody>
      </p:sp>
      <p:sp>
        <p:nvSpPr>
          <p:cNvPr id="26" name="Text Placeholder 6">
            <a:extLst>
              <a:ext uri="{FF2B5EF4-FFF2-40B4-BE49-F238E27FC236}">
                <a16:creationId xmlns:a16="http://schemas.microsoft.com/office/drawing/2014/main" id="{71A04C69-EC92-81B2-FCD5-39464C669BEB}"/>
              </a:ext>
            </a:extLst>
          </p:cNvPr>
          <p:cNvSpPr>
            <a:spLocks noGrp="1"/>
          </p:cNvSpPr>
          <p:nvPr>
            <p:ph type="body" sz="quarter" idx="16" hasCustomPrompt="1"/>
          </p:nvPr>
        </p:nvSpPr>
        <p:spPr>
          <a:xfrm>
            <a:off x="7938544" y="1433916"/>
            <a:ext cx="3319462" cy="339561"/>
          </a:xfrm>
        </p:spPr>
        <p:txBody>
          <a:bodyPr>
            <a:noAutofit/>
          </a:bodyPr>
          <a:lstStyle>
            <a:lvl1pPr marL="0" indent="0" algn="ctr" fontAlgn="t">
              <a:spcBef>
                <a:spcPts val="0"/>
              </a:spcBef>
              <a:buFontTx/>
              <a:buNone/>
              <a:defRPr sz="1800" b="1" baseline="0">
                <a:solidFill>
                  <a:schemeClr val="tx1"/>
                </a:solidFill>
                <a:latin typeface="+mj-lt"/>
              </a:defRPr>
            </a:lvl1pPr>
          </a:lstStyle>
          <a:p>
            <a:pPr lvl="0"/>
            <a:r>
              <a:rPr lang="en-US"/>
              <a:t>Click to edit Subhead</a:t>
            </a:r>
          </a:p>
        </p:txBody>
      </p:sp>
      <p:sp>
        <p:nvSpPr>
          <p:cNvPr id="30" name="Text Placeholder 3">
            <a:extLst>
              <a:ext uri="{FF2B5EF4-FFF2-40B4-BE49-F238E27FC236}">
                <a16:creationId xmlns:a16="http://schemas.microsoft.com/office/drawing/2014/main" id="{AE5BF8CB-9477-F598-75C4-6F35D608B35B}"/>
              </a:ext>
            </a:extLst>
          </p:cNvPr>
          <p:cNvSpPr>
            <a:spLocks noGrp="1"/>
          </p:cNvSpPr>
          <p:nvPr>
            <p:ph type="body" sz="half" idx="2" hasCustomPrompt="1"/>
          </p:nvPr>
        </p:nvSpPr>
        <p:spPr>
          <a:xfrm>
            <a:off x="1101684" y="2040670"/>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body copy.</a:t>
            </a:r>
          </a:p>
        </p:txBody>
      </p:sp>
      <p:sp>
        <p:nvSpPr>
          <p:cNvPr id="31" name="Text Placeholder 3">
            <a:extLst>
              <a:ext uri="{FF2B5EF4-FFF2-40B4-BE49-F238E27FC236}">
                <a16:creationId xmlns:a16="http://schemas.microsoft.com/office/drawing/2014/main" id="{AE6CE746-1703-63A8-BBD4-546AD104E27E}"/>
              </a:ext>
            </a:extLst>
          </p:cNvPr>
          <p:cNvSpPr>
            <a:spLocks noGrp="1"/>
          </p:cNvSpPr>
          <p:nvPr>
            <p:ph type="body" sz="half" idx="24" hasCustomPrompt="1"/>
          </p:nvPr>
        </p:nvSpPr>
        <p:spPr>
          <a:xfrm>
            <a:off x="4604880" y="2065258"/>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body copy.</a:t>
            </a:r>
          </a:p>
        </p:txBody>
      </p:sp>
      <p:sp>
        <p:nvSpPr>
          <p:cNvPr id="33" name="Picture Placeholder 10">
            <a:extLst>
              <a:ext uri="{FF2B5EF4-FFF2-40B4-BE49-F238E27FC236}">
                <a16:creationId xmlns:a16="http://schemas.microsoft.com/office/drawing/2014/main" id="{53952BA5-2190-5106-0EBD-DA1D15EFBB9D}"/>
              </a:ext>
            </a:extLst>
          </p:cNvPr>
          <p:cNvSpPr>
            <a:spLocks noGrp="1"/>
          </p:cNvSpPr>
          <p:nvPr>
            <p:ph type="pic" sz="quarter" idx="12"/>
          </p:nvPr>
        </p:nvSpPr>
        <p:spPr>
          <a:xfrm>
            <a:off x="1101684" y="4045822"/>
            <a:ext cx="2951163" cy="1555750"/>
          </a:xfrm>
        </p:spPr>
        <p:txBody>
          <a:bodyPr/>
          <a:lstStyle>
            <a:lvl1pPr marL="0" indent="0">
              <a:buNone/>
              <a:defRPr/>
            </a:lvl1pPr>
          </a:lstStyle>
          <a:p>
            <a:r>
              <a:rPr lang="en-US"/>
              <a:t>Click icon to add picture</a:t>
            </a:r>
          </a:p>
        </p:txBody>
      </p:sp>
      <p:sp>
        <p:nvSpPr>
          <p:cNvPr id="34" name="Picture Placeholder 10">
            <a:extLst>
              <a:ext uri="{FF2B5EF4-FFF2-40B4-BE49-F238E27FC236}">
                <a16:creationId xmlns:a16="http://schemas.microsoft.com/office/drawing/2014/main" id="{835FE666-CADC-4DB4-80A4-BFD9823DE051}"/>
              </a:ext>
            </a:extLst>
          </p:cNvPr>
          <p:cNvSpPr>
            <a:spLocks noGrp="1"/>
          </p:cNvSpPr>
          <p:nvPr>
            <p:ph type="pic" sz="quarter" idx="15"/>
          </p:nvPr>
        </p:nvSpPr>
        <p:spPr>
          <a:xfrm>
            <a:off x="4619462" y="4045822"/>
            <a:ext cx="2951163" cy="1555750"/>
          </a:xfrm>
        </p:spPr>
        <p:txBody>
          <a:bodyPr/>
          <a:lstStyle>
            <a:lvl1pPr marL="0" indent="0">
              <a:buNone/>
              <a:defRPr/>
            </a:lvl1pPr>
          </a:lstStyle>
          <a:p>
            <a:r>
              <a:rPr lang="en-US"/>
              <a:t>Click icon to add picture</a:t>
            </a:r>
          </a:p>
        </p:txBody>
      </p:sp>
      <p:sp>
        <p:nvSpPr>
          <p:cNvPr id="35" name="Picture Placeholder 10">
            <a:extLst>
              <a:ext uri="{FF2B5EF4-FFF2-40B4-BE49-F238E27FC236}">
                <a16:creationId xmlns:a16="http://schemas.microsoft.com/office/drawing/2014/main" id="{AECA5017-0E7C-4957-02B2-65FA6C1F6E5F}"/>
              </a:ext>
            </a:extLst>
          </p:cNvPr>
          <p:cNvSpPr>
            <a:spLocks noGrp="1"/>
          </p:cNvSpPr>
          <p:nvPr>
            <p:ph type="pic" sz="quarter" idx="18"/>
          </p:nvPr>
        </p:nvSpPr>
        <p:spPr>
          <a:xfrm>
            <a:off x="8136981" y="4043272"/>
            <a:ext cx="2951163" cy="1555750"/>
          </a:xfrm>
        </p:spPr>
        <p:txBody>
          <a:bodyPr/>
          <a:lstStyle>
            <a:lvl1pPr marL="0" indent="0">
              <a:buNone/>
              <a:defRPr b="1"/>
            </a:lvl1pPr>
          </a:lstStyle>
          <a:p>
            <a:r>
              <a:rPr lang="en-US"/>
              <a:t>Click icon to add picture</a:t>
            </a:r>
          </a:p>
        </p:txBody>
      </p:sp>
      <p:sp>
        <p:nvSpPr>
          <p:cNvPr id="36" name="Text Placeholder 3">
            <a:extLst>
              <a:ext uri="{FF2B5EF4-FFF2-40B4-BE49-F238E27FC236}">
                <a16:creationId xmlns:a16="http://schemas.microsoft.com/office/drawing/2014/main" id="{9F4CE92C-83FA-CA44-69CB-E6229E144199}"/>
              </a:ext>
            </a:extLst>
          </p:cNvPr>
          <p:cNvSpPr>
            <a:spLocks noGrp="1"/>
          </p:cNvSpPr>
          <p:nvPr>
            <p:ph type="body" sz="half" idx="25" hasCustomPrompt="1"/>
          </p:nvPr>
        </p:nvSpPr>
        <p:spPr>
          <a:xfrm>
            <a:off x="8129414" y="2071424"/>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body copy.</a:t>
            </a:r>
          </a:p>
        </p:txBody>
      </p:sp>
      <p:pic>
        <p:nvPicPr>
          <p:cNvPr id="39" name="Purdue Logo" descr="Purdue Logo">
            <a:extLst>
              <a:ext uri="{FF2B5EF4-FFF2-40B4-BE49-F238E27FC236}">
                <a16:creationId xmlns:a16="http://schemas.microsoft.com/office/drawing/2014/main" id="{28B0C093-6F71-44D4-5731-9A086B7811BD}"/>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59CB0B28-EB34-B935-AE4A-7CE9E4336910}"/>
              </a:ext>
            </a:extLst>
          </p:cNvPr>
          <p:cNvSpPr>
            <a:spLocks noGrp="1"/>
          </p:cNvSpPr>
          <p:nvPr>
            <p:ph type="sldNum" sz="quarter" idx="2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8389466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 5 Color Blocks">
    <p:spTree>
      <p:nvGrpSpPr>
        <p:cNvPr id="1" name=""/>
        <p:cNvGrpSpPr/>
        <p:nvPr/>
      </p:nvGrpSpPr>
      <p:grpSpPr>
        <a:xfrm>
          <a:off x="0" y="0"/>
          <a:ext cx="0" cy="0"/>
          <a:chOff x="0" y="0"/>
          <a:chExt cx="0" cy="0"/>
        </a:xfrm>
      </p:grpSpPr>
      <p:pic>
        <p:nvPicPr>
          <p:cNvPr id="39" name="Purdue Logo" descr="Purdue Logo">
            <a:extLst>
              <a:ext uri="{FF2B5EF4-FFF2-40B4-BE49-F238E27FC236}">
                <a16:creationId xmlns:a16="http://schemas.microsoft.com/office/drawing/2014/main" id="{28B0C093-6F71-44D4-5731-9A086B7811BD}"/>
              </a:ext>
            </a:extLst>
          </p:cNvPr>
          <p:cNvPicPr>
            <a:picLocks noChangeAspect="1"/>
          </p:cNvPicPr>
          <p:nvPr userDrawn="1"/>
        </p:nvPicPr>
        <p:blipFill>
          <a:blip r:embed="rId2"/>
          <a:stretch>
            <a:fillRect/>
          </a:stretch>
        </p:blipFill>
        <p:spPr>
          <a:xfrm>
            <a:off x="446314" y="6227781"/>
            <a:ext cx="1803190" cy="322767"/>
          </a:xfrm>
          <a:prstGeom prst="rect">
            <a:avLst/>
          </a:prstGeom>
        </p:spPr>
      </p:pic>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Rectangle 1">
            <a:extLst>
              <a:ext uri="{FF2B5EF4-FFF2-40B4-BE49-F238E27FC236}">
                <a16:creationId xmlns:a16="http://schemas.microsoft.com/office/drawing/2014/main" id="{C979A34A-6A6B-FC98-1EC8-8347FAB1A48F}"/>
              </a:ext>
            </a:extLst>
          </p:cNvPr>
          <p:cNvSpPr/>
          <p:nvPr userDrawn="1"/>
        </p:nvSpPr>
        <p:spPr>
          <a:xfrm>
            <a:off x="1008584" y="1660596"/>
            <a:ext cx="1918020"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7" name="Rectangle 6">
            <a:extLst>
              <a:ext uri="{FF2B5EF4-FFF2-40B4-BE49-F238E27FC236}">
                <a16:creationId xmlns:a16="http://schemas.microsoft.com/office/drawing/2014/main" id="{3C3F2A76-73C1-7478-1C52-F70D9B50BC0A}"/>
              </a:ext>
            </a:extLst>
          </p:cNvPr>
          <p:cNvSpPr/>
          <p:nvPr userDrawn="1"/>
        </p:nvSpPr>
        <p:spPr>
          <a:xfrm>
            <a:off x="1011339" y="2160555"/>
            <a:ext cx="1915265" cy="323350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19" name="Rectangle 18">
            <a:extLst>
              <a:ext uri="{FF2B5EF4-FFF2-40B4-BE49-F238E27FC236}">
                <a16:creationId xmlns:a16="http://schemas.microsoft.com/office/drawing/2014/main" id="{3B6525D0-8078-E003-46A7-FFCB83C221E0}"/>
              </a:ext>
            </a:extLst>
          </p:cNvPr>
          <p:cNvSpPr/>
          <p:nvPr userDrawn="1"/>
        </p:nvSpPr>
        <p:spPr>
          <a:xfrm>
            <a:off x="3045437" y="1660596"/>
            <a:ext cx="1918020"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0" name="Rectangle 19">
            <a:extLst>
              <a:ext uri="{FF2B5EF4-FFF2-40B4-BE49-F238E27FC236}">
                <a16:creationId xmlns:a16="http://schemas.microsoft.com/office/drawing/2014/main" id="{AE6AD059-9160-4AE4-0F86-92FB0AAD082C}"/>
              </a:ext>
            </a:extLst>
          </p:cNvPr>
          <p:cNvSpPr/>
          <p:nvPr userDrawn="1"/>
        </p:nvSpPr>
        <p:spPr>
          <a:xfrm>
            <a:off x="3048192" y="2160555"/>
            <a:ext cx="1915265" cy="323350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21" name="Rectangle 20">
            <a:extLst>
              <a:ext uri="{FF2B5EF4-FFF2-40B4-BE49-F238E27FC236}">
                <a16:creationId xmlns:a16="http://schemas.microsoft.com/office/drawing/2014/main" id="{E0F701C0-7A2F-0B95-E95C-07302A14CA56}"/>
              </a:ext>
            </a:extLst>
          </p:cNvPr>
          <p:cNvSpPr/>
          <p:nvPr userDrawn="1"/>
        </p:nvSpPr>
        <p:spPr>
          <a:xfrm>
            <a:off x="5082290" y="1660596"/>
            <a:ext cx="1918020"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3" name="Rectangle 22">
            <a:extLst>
              <a:ext uri="{FF2B5EF4-FFF2-40B4-BE49-F238E27FC236}">
                <a16:creationId xmlns:a16="http://schemas.microsoft.com/office/drawing/2014/main" id="{AD786ED8-9187-C7FB-F774-CE52A2971FFD}"/>
              </a:ext>
            </a:extLst>
          </p:cNvPr>
          <p:cNvSpPr/>
          <p:nvPr userDrawn="1"/>
        </p:nvSpPr>
        <p:spPr>
          <a:xfrm>
            <a:off x="5085045" y="2160555"/>
            <a:ext cx="1915265" cy="32335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24" name="Rectangle 23">
            <a:extLst>
              <a:ext uri="{FF2B5EF4-FFF2-40B4-BE49-F238E27FC236}">
                <a16:creationId xmlns:a16="http://schemas.microsoft.com/office/drawing/2014/main" id="{9A6F5635-02F3-829F-B778-4A766D8D4A2D}"/>
              </a:ext>
            </a:extLst>
          </p:cNvPr>
          <p:cNvSpPr/>
          <p:nvPr userDrawn="1"/>
        </p:nvSpPr>
        <p:spPr>
          <a:xfrm>
            <a:off x="7119143" y="1660596"/>
            <a:ext cx="1918020" cy="436418"/>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5" name="Rectangle 24">
            <a:extLst>
              <a:ext uri="{FF2B5EF4-FFF2-40B4-BE49-F238E27FC236}">
                <a16:creationId xmlns:a16="http://schemas.microsoft.com/office/drawing/2014/main" id="{3CBD6A50-2E1C-FDDB-2F9B-D9101B8535C5}"/>
              </a:ext>
            </a:extLst>
          </p:cNvPr>
          <p:cNvSpPr/>
          <p:nvPr userDrawn="1"/>
        </p:nvSpPr>
        <p:spPr>
          <a:xfrm>
            <a:off x="7121898" y="2160555"/>
            <a:ext cx="1915265" cy="323350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27" name="Rectangle 26">
            <a:extLst>
              <a:ext uri="{FF2B5EF4-FFF2-40B4-BE49-F238E27FC236}">
                <a16:creationId xmlns:a16="http://schemas.microsoft.com/office/drawing/2014/main" id="{B239B4FF-413F-3DBC-C6E4-087C951C5464}"/>
              </a:ext>
            </a:extLst>
          </p:cNvPr>
          <p:cNvSpPr/>
          <p:nvPr userDrawn="1"/>
        </p:nvSpPr>
        <p:spPr>
          <a:xfrm>
            <a:off x="9155998" y="1660596"/>
            <a:ext cx="1918020" cy="436418"/>
          </a:xfrm>
          <a:prstGeom prst="rect">
            <a:avLst/>
          </a:prstGeom>
          <a:solidFill>
            <a:schemeClr val="tx2">
              <a:lumMod val="60000"/>
              <a:lumOff val="40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a:solidFill>
                <a:schemeClr val="bg1"/>
              </a:solidFill>
              <a:latin typeface="Franklin Gothic Medium" panose="020B0603020102020204" pitchFamily="34" charset="0"/>
            </a:endParaRPr>
          </a:p>
        </p:txBody>
      </p:sp>
      <p:sp>
        <p:nvSpPr>
          <p:cNvPr id="28" name="Rectangle 27">
            <a:extLst>
              <a:ext uri="{FF2B5EF4-FFF2-40B4-BE49-F238E27FC236}">
                <a16:creationId xmlns:a16="http://schemas.microsoft.com/office/drawing/2014/main" id="{8CB8434E-9F38-4592-327E-51A570C73E09}"/>
              </a:ext>
            </a:extLst>
          </p:cNvPr>
          <p:cNvSpPr/>
          <p:nvPr userDrawn="1"/>
        </p:nvSpPr>
        <p:spPr>
          <a:xfrm>
            <a:off x="9158753" y="2160555"/>
            <a:ext cx="1915265" cy="32335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a:solidFill>
                <a:sysClr val="windowText" lastClr="000000"/>
              </a:solidFill>
              <a:latin typeface="Franklin Gothic Book" panose="020B0503020102020204" pitchFamily="34" charset="0"/>
              <a:cs typeface="Calibri Light" panose="020F0302020204030204" pitchFamily="34" charset="0"/>
            </a:endParaRPr>
          </a:p>
        </p:txBody>
      </p:sp>
      <p:sp>
        <p:nvSpPr>
          <p:cNvPr id="44" name="Text Placeholder 6">
            <a:extLst>
              <a:ext uri="{FF2B5EF4-FFF2-40B4-BE49-F238E27FC236}">
                <a16:creationId xmlns:a16="http://schemas.microsoft.com/office/drawing/2014/main" id="{1BA8130D-B7F2-9815-5056-6F334D4BBAEF}"/>
              </a:ext>
            </a:extLst>
          </p:cNvPr>
          <p:cNvSpPr>
            <a:spLocks noGrp="1"/>
          </p:cNvSpPr>
          <p:nvPr>
            <p:ph type="body" sz="quarter" idx="10" hasCustomPrompt="1"/>
          </p:nvPr>
        </p:nvSpPr>
        <p:spPr>
          <a:xfrm>
            <a:off x="1008584" y="1783909"/>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5" name="Text Placeholder 6">
            <a:extLst>
              <a:ext uri="{FF2B5EF4-FFF2-40B4-BE49-F238E27FC236}">
                <a16:creationId xmlns:a16="http://schemas.microsoft.com/office/drawing/2014/main" id="{A41A66E4-0B84-E1FB-88CD-3E0E6E80C49D}"/>
              </a:ext>
            </a:extLst>
          </p:cNvPr>
          <p:cNvSpPr>
            <a:spLocks noGrp="1"/>
          </p:cNvSpPr>
          <p:nvPr>
            <p:ph type="body" sz="quarter" idx="28" hasCustomPrompt="1"/>
          </p:nvPr>
        </p:nvSpPr>
        <p:spPr>
          <a:xfrm>
            <a:off x="3045438" y="1768552"/>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6" name="Text Placeholder 6">
            <a:extLst>
              <a:ext uri="{FF2B5EF4-FFF2-40B4-BE49-F238E27FC236}">
                <a16:creationId xmlns:a16="http://schemas.microsoft.com/office/drawing/2014/main" id="{235E5CE7-3D80-1BB5-DACD-8A63CA927E9A}"/>
              </a:ext>
            </a:extLst>
          </p:cNvPr>
          <p:cNvSpPr>
            <a:spLocks noGrp="1"/>
          </p:cNvSpPr>
          <p:nvPr>
            <p:ph type="body" sz="quarter" idx="29" hasCustomPrompt="1"/>
          </p:nvPr>
        </p:nvSpPr>
        <p:spPr>
          <a:xfrm>
            <a:off x="5082291" y="1768552"/>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7" name="Text Placeholder 6">
            <a:extLst>
              <a:ext uri="{FF2B5EF4-FFF2-40B4-BE49-F238E27FC236}">
                <a16:creationId xmlns:a16="http://schemas.microsoft.com/office/drawing/2014/main" id="{685C02D4-EA4F-4962-D397-F6439EC5C6E9}"/>
              </a:ext>
            </a:extLst>
          </p:cNvPr>
          <p:cNvSpPr>
            <a:spLocks noGrp="1"/>
          </p:cNvSpPr>
          <p:nvPr>
            <p:ph type="body" sz="quarter" idx="30" hasCustomPrompt="1"/>
          </p:nvPr>
        </p:nvSpPr>
        <p:spPr>
          <a:xfrm>
            <a:off x="7119145" y="1768552"/>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8" name="Text Placeholder 6">
            <a:extLst>
              <a:ext uri="{FF2B5EF4-FFF2-40B4-BE49-F238E27FC236}">
                <a16:creationId xmlns:a16="http://schemas.microsoft.com/office/drawing/2014/main" id="{1F46F0A7-55C4-6BAE-BCB0-157A86C91997}"/>
              </a:ext>
            </a:extLst>
          </p:cNvPr>
          <p:cNvSpPr>
            <a:spLocks noGrp="1"/>
          </p:cNvSpPr>
          <p:nvPr>
            <p:ph type="body" sz="quarter" idx="31" hasCustomPrompt="1"/>
          </p:nvPr>
        </p:nvSpPr>
        <p:spPr>
          <a:xfrm>
            <a:off x="9156000" y="1770870"/>
            <a:ext cx="1918018" cy="220506"/>
          </a:xfrm>
        </p:spPr>
        <p:txBody>
          <a:bodyPr>
            <a:noAutofit/>
          </a:bodyPr>
          <a:lstStyle>
            <a:lvl1pPr marL="0" indent="0" algn="ctr" fontAlgn="t">
              <a:spcBef>
                <a:spcPts val="0"/>
              </a:spcBef>
              <a:buFontTx/>
              <a:buNone/>
              <a:defRPr sz="1200" baseline="0">
                <a:solidFill>
                  <a:schemeClr val="bg1"/>
                </a:solidFill>
                <a:latin typeface="+mj-lt"/>
              </a:defRPr>
            </a:lvl1pPr>
          </a:lstStyle>
          <a:p>
            <a:pPr lvl="0"/>
            <a:r>
              <a:rPr lang="en-US"/>
              <a:t>Click to edit Subhead</a:t>
            </a:r>
          </a:p>
        </p:txBody>
      </p:sp>
      <p:sp>
        <p:nvSpPr>
          <p:cNvPr id="49" name="Text Placeholder 3">
            <a:extLst>
              <a:ext uri="{FF2B5EF4-FFF2-40B4-BE49-F238E27FC236}">
                <a16:creationId xmlns:a16="http://schemas.microsoft.com/office/drawing/2014/main" id="{9E69C3F7-0A3A-FAC2-6540-8BB750E9AA4C}"/>
              </a:ext>
            </a:extLst>
          </p:cNvPr>
          <p:cNvSpPr>
            <a:spLocks noGrp="1"/>
          </p:cNvSpPr>
          <p:nvPr>
            <p:ph type="body" sz="half" idx="2"/>
          </p:nvPr>
        </p:nvSpPr>
        <p:spPr>
          <a:xfrm>
            <a:off x="1117982"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0" name="Text Placeholder 3">
            <a:extLst>
              <a:ext uri="{FF2B5EF4-FFF2-40B4-BE49-F238E27FC236}">
                <a16:creationId xmlns:a16="http://schemas.microsoft.com/office/drawing/2014/main" id="{040CB427-2320-1A81-037C-6D83BCA5B36F}"/>
              </a:ext>
            </a:extLst>
          </p:cNvPr>
          <p:cNvSpPr>
            <a:spLocks noGrp="1"/>
          </p:cNvSpPr>
          <p:nvPr>
            <p:ph type="body" sz="half" idx="32"/>
          </p:nvPr>
        </p:nvSpPr>
        <p:spPr>
          <a:xfrm>
            <a:off x="3175312" y="2299864"/>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1" name="Text Placeholder 3">
            <a:extLst>
              <a:ext uri="{FF2B5EF4-FFF2-40B4-BE49-F238E27FC236}">
                <a16:creationId xmlns:a16="http://schemas.microsoft.com/office/drawing/2014/main" id="{3144BCA8-7BD5-8323-CDAB-E5362D78AA68}"/>
              </a:ext>
            </a:extLst>
          </p:cNvPr>
          <p:cNvSpPr>
            <a:spLocks noGrp="1"/>
          </p:cNvSpPr>
          <p:nvPr>
            <p:ph type="body" sz="half" idx="33"/>
          </p:nvPr>
        </p:nvSpPr>
        <p:spPr>
          <a:xfrm>
            <a:off x="5212165"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2" name="Text Placeholder 3">
            <a:extLst>
              <a:ext uri="{FF2B5EF4-FFF2-40B4-BE49-F238E27FC236}">
                <a16:creationId xmlns:a16="http://schemas.microsoft.com/office/drawing/2014/main" id="{82EC0719-39BA-B2AB-F29D-3C947DC78925}"/>
              </a:ext>
            </a:extLst>
          </p:cNvPr>
          <p:cNvSpPr>
            <a:spLocks noGrp="1"/>
          </p:cNvSpPr>
          <p:nvPr>
            <p:ph type="body" sz="half" idx="34"/>
          </p:nvPr>
        </p:nvSpPr>
        <p:spPr>
          <a:xfrm>
            <a:off x="7249018"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3" name="Text Placeholder 3">
            <a:extLst>
              <a:ext uri="{FF2B5EF4-FFF2-40B4-BE49-F238E27FC236}">
                <a16:creationId xmlns:a16="http://schemas.microsoft.com/office/drawing/2014/main" id="{B939ED29-1A95-3771-8E52-C1F99F848ABD}"/>
              </a:ext>
            </a:extLst>
          </p:cNvPr>
          <p:cNvSpPr>
            <a:spLocks noGrp="1"/>
          </p:cNvSpPr>
          <p:nvPr>
            <p:ph type="body" sz="half" idx="35"/>
          </p:nvPr>
        </p:nvSpPr>
        <p:spPr>
          <a:xfrm>
            <a:off x="9285873"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4" name="Text Placeholder 13">
            <a:extLst>
              <a:ext uri="{FF2B5EF4-FFF2-40B4-BE49-F238E27FC236}">
                <a16:creationId xmlns:a16="http://schemas.microsoft.com/office/drawing/2014/main" id="{F45DEB53-8B0A-80C6-DDED-B72344235087}"/>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a:t>Click to add subhead</a:t>
            </a:r>
          </a:p>
        </p:txBody>
      </p:sp>
      <p:sp>
        <p:nvSpPr>
          <p:cNvPr id="3" name="Slide Number Placeholder 2">
            <a:extLst>
              <a:ext uri="{FF2B5EF4-FFF2-40B4-BE49-F238E27FC236}">
                <a16:creationId xmlns:a16="http://schemas.microsoft.com/office/drawing/2014/main" id="{CF0AFDB1-12D2-1D31-D510-3BCAF0C50B2B}"/>
              </a:ext>
            </a:extLst>
          </p:cNvPr>
          <p:cNvSpPr>
            <a:spLocks noGrp="1"/>
          </p:cNvSpPr>
          <p:nvPr>
            <p:ph type="sldNum" sz="quarter" idx="36"/>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3475407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with Caption - Black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4"/>
            <a:ext cx="6581614" cy="6867524"/>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944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p:nvPr>
        </p:nvSpPr>
        <p:spPr>
          <a:xfrm>
            <a:off x="1142005" y="891153"/>
            <a:ext cx="3932237" cy="1600200"/>
          </a:xfrm>
        </p:spPr>
        <p:txBody>
          <a:bodyPr anchor="b"/>
          <a:lstStyle>
            <a:lvl1pPr>
              <a:defRPr sz="320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8B7745F7-8908-BBA2-2D4D-7A215D38DF70}"/>
              </a:ext>
            </a:extLst>
          </p:cNvPr>
          <p:cNvSpPr>
            <a:spLocks noGrp="1"/>
          </p:cNvSpPr>
          <p:nvPr>
            <p:ph type="sldNum" sz="quarter" idx="12"/>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15463748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with Caption - White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5"/>
            <a:ext cx="6581614" cy="6892463"/>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hasCustomPrompt="1"/>
          </p:nvPr>
        </p:nvSpPr>
        <p:spPr>
          <a:xfrm>
            <a:off x="1142005" y="891153"/>
            <a:ext cx="3932237" cy="1600200"/>
          </a:xfrm>
        </p:spPr>
        <p:txBody>
          <a:bodyPr anchor="b"/>
          <a:lstStyle>
            <a:lvl1pPr>
              <a:defRPr sz="3200">
                <a:solidFill>
                  <a:schemeClr val="tx1"/>
                </a:solidFill>
              </a:defRPr>
            </a:lvl1pPr>
          </a:lstStyle>
          <a:p>
            <a:r>
              <a:rPr lang="en-US"/>
              <a:t>Click to add title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4522CF03-CCE7-F9C6-26FF-C319D40925FC}"/>
              </a:ext>
            </a:extLst>
          </p:cNvPr>
          <p:cNvSpPr>
            <a:spLocks noGrp="1"/>
          </p:cNvSpPr>
          <p:nvPr>
            <p:ph type="sldNum" sz="quarter" idx="12"/>
          </p:nvPr>
        </p:nvSpPr>
        <p:spPr/>
        <p:txBody>
          <a:bodyPr/>
          <a:lstStyle/>
          <a:p>
            <a:fld id="{3086EA1D-707D-B54C-8FFB-433BD1A27D0B}" type="slidenum">
              <a:rPr lang="en-US" smtClean="0"/>
              <a:pPr/>
              <a:t>‹#›</a:t>
            </a:fld>
            <a:endParaRPr lang="en-US"/>
          </a:p>
        </p:txBody>
      </p:sp>
    </p:spTree>
    <p:extLst>
      <p:ext uri="{BB962C8B-B14F-4D97-AF65-F5344CB8AC3E}">
        <p14:creationId xmlns:p14="http://schemas.microsoft.com/office/powerpoint/2010/main" val="39415020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805070" y="2466280"/>
            <a:ext cx="7981645" cy="719757"/>
          </a:xfrm>
        </p:spPr>
        <p:txBody>
          <a:bodyPr>
            <a:noAutofit/>
          </a:bodyPr>
          <a:lstStyle>
            <a:lvl1pPr>
              <a:defRPr sz="9600" cap="none">
                <a:solidFill>
                  <a:schemeClr val="bg1"/>
                </a:solidFill>
              </a:defRPr>
            </a:lvl1pPr>
          </a:lstStyle>
          <a:p>
            <a:r>
              <a:rPr lang="en-US"/>
              <a:t>THANK YOU</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a:solidFill>
                  <a:schemeClr val="bg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contact info</a:t>
            </a:r>
          </a:p>
        </p:txBody>
      </p:sp>
      <p:pic>
        <p:nvPicPr>
          <p:cNvPr id="8" name="Purdue Logo" descr="Purdue Logo">
            <a:extLst>
              <a:ext uri="{FF2B5EF4-FFF2-40B4-BE49-F238E27FC236}">
                <a16:creationId xmlns:a16="http://schemas.microsoft.com/office/drawing/2014/main" id="{D1A65555-63A8-D3C1-AA71-F25B3071BDC0}"/>
              </a:ext>
            </a:extLst>
          </p:cNvPr>
          <p:cNvPicPr>
            <a:picLocks noChangeAspect="1"/>
          </p:cNvPicPr>
          <p:nvPr userDrawn="1"/>
        </p:nvPicPr>
        <p:blipFill>
          <a:blip r:embed="rId3"/>
          <a:stretch>
            <a:fillRect/>
          </a:stretch>
        </p:blipFill>
        <p:spPr>
          <a:xfrm>
            <a:off x="805070" y="5739119"/>
            <a:ext cx="2709200" cy="484939"/>
          </a:xfrm>
          <a:prstGeom prst="rect">
            <a:avLst/>
          </a:prstGeom>
        </p:spPr>
      </p:pic>
    </p:spTree>
    <p:extLst>
      <p:ext uri="{BB962C8B-B14F-4D97-AF65-F5344CB8AC3E}">
        <p14:creationId xmlns:p14="http://schemas.microsoft.com/office/powerpoint/2010/main" val="7036539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pic>
        <p:nvPicPr>
          <p:cNvPr id="4" name="Purdue Logo" descr="Purdue Logo">
            <a:extLst>
              <a:ext uri="{FF2B5EF4-FFF2-40B4-BE49-F238E27FC236}">
                <a16:creationId xmlns:a16="http://schemas.microsoft.com/office/drawing/2014/main" id="{BA4B2908-555F-78CD-D5EA-D087520FF3FF}"/>
              </a:ext>
            </a:extLst>
          </p:cNvPr>
          <p:cNvPicPr>
            <a:picLocks noChangeAspect="1"/>
          </p:cNvPicPr>
          <p:nvPr userDrawn="1"/>
        </p:nvPicPr>
        <p:blipFill>
          <a:blip r:embed="rId3"/>
          <a:stretch>
            <a:fillRect/>
          </a:stretch>
        </p:blipFill>
        <p:spPr>
          <a:xfrm>
            <a:off x="1034143" y="5756156"/>
            <a:ext cx="2709200" cy="484940"/>
          </a:xfrm>
          <a:prstGeom prst="rect">
            <a:avLst/>
          </a:prstGeom>
        </p:spPr>
      </p:pic>
      <p:sp>
        <p:nvSpPr>
          <p:cNvPr id="3" name="Title 6">
            <a:extLst>
              <a:ext uri="{FF2B5EF4-FFF2-40B4-BE49-F238E27FC236}">
                <a16:creationId xmlns:a16="http://schemas.microsoft.com/office/drawing/2014/main" id="{1648B145-A545-0D6D-AFF0-0F715C90759F}"/>
              </a:ext>
            </a:extLst>
          </p:cNvPr>
          <p:cNvSpPr>
            <a:spLocks noGrp="1"/>
          </p:cNvSpPr>
          <p:nvPr>
            <p:ph type="title" hasCustomPrompt="1"/>
          </p:nvPr>
        </p:nvSpPr>
        <p:spPr>
          <a:xfrm>
            <a:off x="805070" y="2466280"/>
            <a:ext cx="7981645" cy="719757"/>
          </a:xfrm>
        </p:spPr>
        <p:txBody>
          <a:bodyPr>
            <a:noAutofit/>
          </a:bodyPr>
          <a:lstStyle>
            <a:lvl1pPr>
              <a:defRPr sz="9600" cap="none">
                <a:solidFill>
                  <a:schemeClr val="tx1"/>
                </a:solidFill>
              </a:defRPr>
            </a:lvl1pPr>
          </a:lstStyle>
          <a:p>
            <a:r>
              <a:rPr lang="en-US"/>
              <a:t>THANK YOU</a:t>
            </a:r>
          </a:p>
        </p:txBody>
      </p:sp>
      <p:sp>
        <p:nvSpPr>
          <p:cNvPr id="5" name="Text Placeholder 8">
            <a:extLst>
              <a:ext uri="{FF2B5EF4-FFF2-40B4-BE49-F238E27FC236}">
                <a16:creationId xmlns:a16="http://schemas.microsoft.com/office/drawing/2014/main" id="{E3D40940-377F-6BBC-02CB-083B672BF56B}"/>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a:solidFill>
                  <a:schemeClr val="tx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contact info</a:t>
            </a:r>
          </a:p>
        </p:txBody>
      </p:sp>
    </p:spTree>
    <p:extLst>
      <p:ext uri="{BB962C8B-B14F-4D97-AF65-F5344CB8AC3E}">
        <p14:creationId xmlns:p14="http://schemas.microsoft.com/office/powerpoint/2010/main" val="16180253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AF61CC-58D4-72CE-66CA-BFE87D085DCB}"/>
              </a:ext>
            </a:extLst>
          </p:cNvPr>
          <p:cNvSpPr>
            <a:spLocks noGrp="1"/>
          </p:cNvSpPr>
          <p:nvPr>
            <p:ph type="title"/>
          </p:nvPr>
        </p:nvSpPr>
        <p:spPr>
          <a:xfrm>
            <a:off x="468086" y="385004"/>
            <a:ext cx="11266714" cy="589032"/>
          </a:xfrm>
          <a:prstGeom prst="rect">
            <a:avLst/>
          </a:prstGeom>
        </p:spPr>
        <p:txBody>
          <a:bodyPr vert="horz" lIns="91440" tIns="45720" rIns="91440" bIns="45720" rtlCol="0" anchor="ctr">
            <a:normAutofit/>
          </a:bodyPr>
          <a:lstStyle/>
          <a:p>
            <a:r>
              <a:rPr lang="en-US"/>
              <a:t>Click to edit Master slide title</a:t>
            </a:r>
          </a:p>
        </p:txBody>
      </p:sp>
      <p:sp>
        <p:nvSpPr>
          <p:cNvPr id="3" name="Text Placeholder 2">
            <a:extLst>
              <a:ext uri="{FF2B5EF4-FFF2-40B4-BE49-F238E27FC236}">
                <a16:creationId xmlns:a16="http://schemas.microsoft.com/office/drawing/2014/main" id="{41FD4295-B2CD-F1FF-F99B-B267D1740FB9}"/>
              </a:ext>
            </a:extLst>
          </p:cNvPr>
          <p:cNvSpPr>
            <a:spLocks noGrp="1"/>
          </p:cNvSpPr>
          <p:nvPr>
            <p:ph type="body" idx="1"/>
          </p:nvPr>
        </p:nvSpPr>
        <p:spPr>
          <a:xfrm>
            <a:off x="468086" y="1192696"/>
            <a:ext cx="11266714" cy="48379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a:extLst>
              <a:ext uri="{FF2B5EF4-FFF2-40B4-BE49-F238E27FC236}">
                <a16:creationId xmlns:a16="http://schemas.microsoft.com/office/drawing/2014/main" id="{F235C51E-B187-34DE-A75E-C3E52E200A52}"/>
              </a:ext>
            </a:extLst>
          </p:cNvPr>
          <p:cNvSpPr>
            <a:spLocks noGrp="1"/>
          </p:cNvSpPr>
          <p:nvPr>
            <p:ph type="sldNum" sz="quarter" idx="4"/>
          </p:nvPr>
        </p:nvSpPr>
        <p:spPr>
          <a:xfrm>
            <a:off x="10634663" y="6290433"/>
            <a:ext cx="110013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86EA1D-707D-B54C-8FFB-433BD1A27D0B}" type="slidenum">
              <a:rPr lang="en-US" smtClean="0"/>
              <a:pPr/>
              <a:t>‹#›</a:t>
            </a:fld>
            <a:endParaRPr lang="en-US"/>
          </a:p>
        </p:txBody>
      </p:sp>
      <p:sp>
        <p:nvSpPr>
          <p:cNvPr id="5" name="Rectangle 4">
            <a:extLst>
              <a:ext uri="{FF2B5EF4-FFF2-40B4-BE49-F238E27FC236}">
                <a16:creationId xmlns:a16="http://schemas.microsoft.com/office/drawing/2014/main" id="{7B7465A6-B511-E9E2-A73A-9DADDEB21214}"/>
              </a:ext>
            </a:extLst>
          </p:cNvPr>
          <p:cNvSpPr/>
          <p:nvPr userDrawn="1"/>
        </p:nvSpPr>
        <p:spPr>
          <a:xfrm>
            <a:off x="0" y="0"/>
            <a:ext cx="12192000" cy="6858000"/>
          </a:xfrm>
          <a:prstGeom prst="rect">
            <a:avLst/>
          </a:prstGeom>
          <a:noFill/>
          <a:ln w="444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5614813"/>
      </p:ext>
    </p:extLst>
  </p:cSld>
  <p:clrMap bg1="lt1" tx1="dk1" bg2="lt2" tx2="dk2" accent1="accent1" accent2="accent2" accent3="accent3" accent4="accent4" accent5="accent5" accent6="accent6" hlink="hlink" folHlink="folHlink"/>
  <p:sldLayoutIdLst>
    <p:sldLayoutId id="2147483649" r:id="rId1"/>
    <p:sldLayoutId id="2147483686" r:id="rId2"/>
    <p:sldLayoutId id="2147483702" r:id="rId3"/>
    <p:sldLayoutId id="2147483708" r:id="rId4"/>
    <p:sldLayoutId id="2147483687" r:id="rId5"/>
    <p:sldLayoutId id="2147483714" r:id="rId6"/>
    <p:sldLayoutId id="2147483688" r:id="rId7"/>
    <p:sldLayoutId id="2147483650" r:id="rId8"/>
    <p:sldLayoutId id="2147483701" r:id="rId9"/>
    <p:sldLayoutId id="2147483711" r:id="rId10"/>
    <p:sldLayoutId id="2147483712" r:id="rId11"/>
    <p:sldLayoutId id="2147483656" r:id="rId12"/>
    <p:sldLayoutId id="2147483657" r:id="rId13"/>
    <p:sldLayoutId id="2147483706" r:id="rId14"/>
    <p:sldLayoutId id="2147483705" r:id="rId15"/>
    <p:sldLayoutId id="2147483707" r:id="rId16"/>
    <p:sldLayoutId id="2147483713" r:id="rId17"/>
    <p:sldLayoutId id="2147483709" r:id="rId18"/>
    <p:sldLayoutId id="2147483710" r:id="rId19"/>
    <p:sldLayoutId id="2147483653" r:id="rId20"/>
    <p:sldLayoutId id="2147483690" r:id="rId21"/>
    <p:sldLayoutId id="2147483704" r:id="rId22"/>
    <p:sldLayoutId id="2147483692" r:id="rId23"/>
    <p:sldLayoutId id="2147483693" r:id="rId24"/>
    <p:sldLayoutId id="2147483691" r:id="rId25"/>
    <p:sldLayoutId id="2147483703" r:id="rId26"/>
  </p:sldLayoutIdLst>
  <p:hf hdr="0" ftr="0" dt="0"/>
  <p:txStyles>
    <p:titleStyle>
      <a:lvl1pPr algn="l" defTabSz="914400" rtl="0" eaLnBrk="1" fontAlgn="t" latinLnBrk="0" hangingPunct="1">
        <a:lnSpc>
          <a:spcPct val="90000"/>
        </a:lnSpc>
        <a:spcBef>
          <a:spcPct val="0"/>
        </a:spcBef>
        <a:buNone/>
        <a:defRPr lang="en-US" sz="4800" b="0" i="1" kern="1200" cap="none" baseline="0" dirty="0">
          <a:solidFill>
            <a:schemeClr val="tx1"/>
          </a:solidFill>
          <a:latin typeface="Franklin Gothic Medium Cond" panose="020B0606030402020204" pitchFamily="34" charset="0"/>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6.png"/><Relationship Id="rId2" Type="http://schemas.openxmlformats.org/officeDocument/2006/relationships/slideLayout" Target="../slideLayouts/slideLayout13.xml"/><Relationship Id="rId1" Type="http://schemas.openxmlformats.org/officeDocument/2006/relationships/tags" Target="../tags/tag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3.xml"/><Relationship Id="rId5" Type="http://schemas.openxmlformats.org/officeDocument/2006/relationships/image" Target="../media/image19.png"/><Relationship Id="rId4" Type="http://schemas.openxmlformats.org/officeDocument/2006/relationships/hyperlink" Target="https://huggingface.co/HuggingFaceVLA/smolvla_libero"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19.xml"/><Relationship Id="rId5" Type="http://schemas.openxmlformats.org/officeDocument/2006/relationships/image" Target="../media/image24.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hyperlink" Target="https://huggingface.co/spaces/lerobot/robot-learning-tutori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09A7-CF48-9701-322A-A0BBD1C2F6CD}"/>
              </a:ext>
            </a:extLst>
          </p:cNvPr>
          <p:cNvSpPr>
            <a:spLocks noGrp="1"/>
          </p:cNvSpPr>
          <p:nvPr>
            <p:ph type="title"/>
          </p:nvPr>
        </p:nvSpPr>
        <p:spPr>
          <a:xfrm>
            <a:off x="179013" y="1488037"/>
            <a:ext cx="10551381" cy="2870421"/>
          </a:xfrm>
        </p:spPr>
        <p:txBody>
          <a:bodyPr/>
          <a:lstStyle/>
          <a:p>
            <a:pPr algn="ctr"/>
            <a:r>
              <a:rPr lang="en-US" sz="6000" dirty="0"/>
              <a:t>Robot policy training Pipeline</a:t>
            </a:r>
            <a:endParaRPr lang="en-US" sz="3200" dirty="0"/>
          </a:p>
        </p:txBody>
      </p:sp>
      <p:sp>
        <p:nvSpPr>
          <p:cNvPr id="3" name="Text Placeholder 2">
            <a:extLst>
              <a:ext uri="{FF2B5EF4-FFF2-40B4-BE49-F238E27FC236}">
                <a16:creationId xmlns:a16="http://schemas.microsoft.com/office/drawing/2014/main" id="{5991BF94-59A9-105F-273E-B29E440F2501}"/>
              </a:ext>
            </a:extLst>
          </p:cNvPr>
          <p:cNvSpPr>
            <a:spLocks noGrp="1"/>
          </p:cNvSpPr>
          <p:nvPr>
            <p:ph type="body" sz="quarter" idx="10"/>
          </p:nvPr>
        </p:nvSpPr>
        <p:spPr>
          <a:xfrm>
            <a:off x="5975384" y="4709786"/>
            <a:ext cx="4814536" cy="561929"/>
          </a:xfrm>
        </p:spPr>
        <p:txBody>
          <a:bodyPr vert="horz" lIns="91440" tIns="45720" rIns="91440" bIns="45720" rtlCol="0" anchor="t">
            <a:noAutofit/>
          </a:bodyPr>
          <a:lstStyle/>
          <a:p>
            <a:r>
              <a:rPr lang="en-US" dirty="0"/>
              <a:t>Kunal Ghosh</a:t>
            </a:r>
            <a:endParaRPr lang="en-US" sz="1400" dirty="0"/>
          </a:p>
        </p:txBody>
      </p:sp>
    </p:spTree>
    <p:extLst>
      <p:ext uri="{BB962C8B-B14F-4D97-AF65-F5344CB8AC3E}">
        <p14:creationId xmlns:p14="http://schemas.microsoft.com/office/powerpoint/2010/main" val="4154997097"/>
      </p:ext>
    </p:extLst>
  </p:cSld>
  <p:clrMapOvr>
    <a:masterClrMapping/>
  </p:clrMapOvr>
  <mc:AlternateContent xmlns:mc="http://schemas.openxmlformats.org/markup-compatibility/2006" xmlns:p14="http://schemas.microsoft.com/office/powerpoint/2010/main">
    <mc:Choice Requires="p14">
      <p:transition p14:dur="0" advTm="9172"/>
    </mc:Choice>
    <mc:Fallback xmlns="">
      <p:transition advTm="91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07E03-5607-C286-502F-896BDDE9B00F}"/>
              </a:ext>
            </a:extLst>
          </p:cNvPr>
          <p:cNvSpPr>
            <a:spLocks noGrp="1"/>
          </p:cNvSpPr>
          <p:nvPr>
            <p:ph type="title"/>
          </p:nvPr>
        </p:nvSpPr>
        <p:spPr>
          <a:xfrm>
            <a:off x="175364" y="112735"/>
            <a:ext cx="8183374" cy="640798"/>
          </a:xfrm>
        </p:spPr>
        <p:txBody>
          <a:bodyPr>
            <a:normAutofit/>
          </a:bodyPr>
          <a:lstStyle/>
          <a:p>
            <a:pPr algn="ctr"/>
            <a:r>
              <a:rPr lang="en-US" b="1" dirty="0"/>
              <a:t>Physical - Robot Policy Training Pipeline</a:t>
            </a:r>
            <a:endParaRPr lang="en-IN" b="1" dirty="0"/>
          </a:p>
        </p:txBody>
      </p:sp>
      <p:sp>
        <p:nvSpPr>
          <p:cNvPr id="3" name="Subtitle 2">
            <a:extLst>
              <a:ext uri="{FF2B5EF4-FFF2-40B4-BE49-F238E27FC236}">
                <a16:creationId xmlns:a16="http://schemas.microsoft.com/office/drawing/2014/main" id="{477BB108-E67D-2676-75B8-2D4B64BF52A1}"/>
              </a:ext>
            </a:extLst>
          </p:cNvPr>
          <p:cNvSpPr>
            <a:spLocks noGrp="1"/>
          </p:cNvSpPr>
          <p:nvPr>
            <p:ph type="body" sz="half" idx="2"/>
          </p:nvPr>
        </p:nvSpPr>
        <p:spPr>
          <a:xfrm>
            <a:off x="364067" y="945598"/>
            <a:ext cx="5731933" cy="5346885"/>
          </a:xfrm>
        </p:spPr>
        <p:txBody>
          <a:bodyPr vert="horz" lIns="91440" tIns="45720" rIns="91440" bIns="45720" rtlCol="0" anchor="t">
            <a:normAutofit/>
          </a:bodyPr>
          <a:lstStyle/>
          <a:p>
            <a:pPr marL="342900" indent="-342900">
              <a:buFont typeface="+mj-lt"/>
              <a:buAutoNum type="arabicPeriod"/>
            </a:pPr>
            <a:r>
              <a:rPr lang="en-IN" dirty="0"/>
              <a:t>Provision Physical Robot First</a:t>
            </a:r>
          </a:p>
          <a:p>
            <a:pPr marL="342900" indent="-342900">
              <a:buFont typeface="+mj-lt"/>
              <a:buAutoNum type="arabicPeriod"/>
            </a:pPr>
            <a:endParaRPr lang="en-IN" dirty="0"/>
          </a:p>
          <a:p>
            <a:pPr marL="342900" indent="-342900">
              <a:buFont typeface="+mj-lt"/>
              <a:buAutoNum type="arabicPeriod"/>
            </a:pPr>
            <a:r>
              <a:rPr lang="en-IN" dirty="0"/>
              <a:t>Setup Robot with sensors</a:t>
            </a:r>
          </a:p>
          <a:p>
            <a:pPr marL="342900" indent="-342900">
              <a:buFont typeface="+mj-lt"/>
              <a:buAutoNum type="arabicPeriod"/>
            </a:pPr>
            <a:endParaRPr lang="en-IN" dirty="0"/>
          </a:p>
          <a:p>
            <a:pPr marL="342900" indent="-342900">
              <a:buFont typeface="+mj-lt"/>
              <a:buAutoNum type="arabicPeriod"/>
            </a:pPr>
            <a:r>
              <a:rPr lang="en-IN" dirty="0"/>
              <a:t>Teleoperate to gather data</a:t>
            </a:r>
          </a:p>
          <a:p>
            <a:pPr marL="342900" indent="-342900">
              <a:buFont typeface="+mj-lt"/>
              <a:buAutoNum type="arabicPeriod"/>
            </a:pPr>
            <a:endParaRPr lang="en-IN" dirty="0"/>
          </a:p>
          <a:p>
            <a:pPr marL="342900" indent="-342900">
              <a:buFont typeface="+mj-lt"/>
              <a:buAutoNum type="arabicPeriod"/>
            </a:pPr>
            <a:r>
              <a:rPr lang="en-IN" dirty="0"/>
              <a:t>Create Training Data for this specific Robot</a:t>
            </a:r>
          </a:p>
          <a:p>
            <a:pPr marL="342900" indent="-342900">
              <a:buFont typeface="+mj-lt"/>
              <a:buAutoNum type="arabicPeriod"/>
            </a:pPr>
            <a:endParaRPr lang="en-IN" dirty="0"/>
          </a:p>
          <a:p>
            <a:pPr marL="342900" indent="-342900">
              <a:buFont typeface="+mj-lt"/>
              <a:buAutoNum type="arabicPeriod"/>
            </a:pPr>
            <a:r>
              <a:rPr lang="en-IN" dirty="0"/>
              <a:t>Fine Tune Robot Policy</a:t>
            </a:r>
          </a:p>
          <a:p>
            <a:pPr marL="342900" indent="-342900">
              <a:buFont typeface="+mj-lt"/>
              <a:buAutoNum type="arabicPeriod"/>
            </a:pPr>
            <a:endParaRPr lang="en-IN" dirty="0"/>
          </a:p>
          <a:p>
            <a:pPr marL="342900" indent="-342900">
              <a:buFont typeface="+mj-lt"/>
              <a:buAutoNum type="arabicPeriod"/>
            </a:pPr>
            <a:r>
              <a:rPr lang="en-IN" dirty="0"/>
              <a:t>Deploy on Trained Policy on Real Robot</a:t>
            </a:r>
          </a:p>
          <a:p>
            <a:pPr marL="342900" indent="-342900">
              <a:buFont typeface="+mj-lt"/>
              <a:buAutoNum type="arabicPeriod"/>
            </a:pPr>
            <a:endParaRPr lang="en-IN" dirty="0"/>
          </a:p>
          <a:p>
            <a:pPr marL="342900" indent="-342900">
              <a:buFont typeface="+mj-lt"/>
              <a:buAutoNum type="arabicPeriod"/>
            </a:pPr>
            <a:r>
              <a:rPr lang="en-IN" dirty="0"/>
              <a:t>Gather failure dataset and retrain iteratively</a:t>
            </a:r>
          </a:p>
        </p:txBody>
      </p:sp>
      <p:pic>
        <p:nvPicPr>
          <p:cNvPr id="1026" name="Picture 2">
            <a:extLst>
              <a:ext uri="{FF2B5EF4-FFF2-40B4-BE49-F238E27FC236}">
                <a16:creationId xmlns:a16="http://schemas.microsoft.com/office/drawing/2014/main" id="{04B1141D-C521-AFF8-5B35-7D924E6C45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4026" y="753533"/>
            <a:ext cx="5838600" cy="579966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035040294"/>
      </p:ext>
    </p:extLst>
  </p:cSld>
  <p:clrMapOvr>
    <a:masterClrMapping/>
  </p:clrMapOvr>
  <mc:AlternateContent xmlns:mc="http://schemas.openxmlformats.org/markup-compatibility/2006" xmlns:p14="http://schemas.microsoft.com/office/powerpoint/2010/main">
    <mc:Choice Requires="p14">
      <p:transition p14:dur="0" advTm="16103"/>
    </mc:Choice>
    <mc:Fallback xmlns="">
      <p:transition advTm="1610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F3597-38A3-9271-B334-E6C0D00E1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EA8CB-081D-CE0D-7A70-F5DD1FD8D668}"/>
              </a:ext>
            </a:extLst>
          </p:cNvPr>
          <p:cNvSpPr>
            <a:spLocks noGrp="1"/>
          </p:cNvSpPr>
          <p:nvPr>
            <p:ph type="title"/>
          </p:nvPr>
        </p:nvSpPr>
        <p:spPr>
          <a:xfrm>
            <a:off x="126471" y="69335"/>
            <a:ext cx="6795370" cy="640798"/>
          </a:xfrm>
        </p:spPr>
        <p:txBody>
          <a:bodyPr>
            <a:normAutofit/>
          </a:bodyPr>
          <a:lstStyle/>
          <a:p>
            <a:r>
              <a:rPr lang="en-US" b="1" dirty="0"/>
              <a:t>Physical  Robot - Price</a:t>
            </a:r>
            <a:endParaRPr lang="en-IN" b="1" dirty="0"/>
          </a:p>
        </p:txBody>
      </p:sp>
      <p:sp>
        <p:nvSpPr>
          <p:cNvPr id="9" name="TextBox 8">
            <a:extLst>
              <a:ext uri="{FF2B5EF4-FFF2-40B4-BE49-F238E27FC236}">
                <a16:creationId xmlns:a16="http://schemas.microsoft.com/office/drawing/2014/main" id="{3BFF0833-4DFD-D86F-15AE-1C4E87F7AF35}"/>
              </a:ext>
            </a:extLst>
          </p:cNvPr>
          <p:cNvSpPr txBox="1"/>
          <p:nvPr/>
        </p:nvSpPr>
        <p:spPr>
          <a:xfrm>
            <a:off x="-23190" y="6534834"/>
            <a:ext cx="5383694" cy="276999"/>
          </a:xfrm>
          <a:prstGeom prst="rect">
            <a:avLst/>
          </a:prstGeom>
          <a:noFill/>
        </p:spPr>
        <p:txBody>
          <a:bodyPr wrap="square">
            <a:spAutoFit/>
          </a:bodyPr>
          <a:lstStyle/>
          <a:p>
            <a:r>
              <a:rPr lang="en-IN" sz="1200" dirty="0"/>
              <a:t>https://www.amazon.com/Robotic-Arm-Kit-Servo-Motors/dp/B0FH8CPXP7</a:t>
            </a:r>
          </a:p>
        </p:txBody>
      </p:sp>
      <p:pic>
        <p:nvPicPr>
          <p:cNvPr id="11" name="Picture 10">
            <a:extLst>
              <a:ext uri="{FF2B5EF4-FFF2-40B4-BE49-F238E27FC236}">
                <a16:creationId xmlns:a16="http://schemas.microsoft.com/office/drawing/2014/main" id="{2788A6D8-1288-F126-7F2F-1FB873BB0B44}"/>
              </a:ext>
            </a:extLst>
          </p:cNvPr>
          <p:cNvPicPr>
            <a:picLocks noChangeAspect="1"/>
          </p:cNvPicPr>
          <p:nvPr/>
        </p:nvPicPr>
        <p:blipFill>
          <a:blip r:embed="rId4"/>
          <a:stretch>
            <a:fillRect/>
          </a:stretch>
        </p:blipFill>
        <p:spPr>
          <a:xfrm>
            <a:off x="2359462" y="632556"/>
            <a:ext cx="9832538" cy="5979855"/>
          </a:xfrm>
          <a:prstGeom prst="rect">
            <a:avLst/>
          </a:prstGeom>
        </p:spPr>
      </p:pic>
    </p:spTree>
    <p:custDataLst>
      <p:tags r:id="rId1"/>
    </p:custDataLst>
    <p:extLst>
      <p:ext uri="{BB962C8B-B14F-4D97-AF65-F5344CB8AC3E}">
        <p14:creationId xmlns:p14="http://schemas.microsoft.com/office/powerpoint/2010/main" val="1371000642"/>
      </p:ext>
    </p:extLst>
  </p:cSld>
  <p:clrMapOvr>
    <a:masterClrMapping/>
  </p:clrMapOvr>
  <mc:AlternateContent xmlns:mc="http://schemas.openxmlformats.org/markup-compatibility/2006" xmlns:p14="http://schemas.microsoft.com/office/powerpoint/2010/main">
    <mc:Choice Requires="p14">
      <p:transition p14:dur="0" advTm="16103"/>
    </mc:Choice>
    <mc:Fallback xmlns="">
      <p:transition advTm="1610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E5E4E-D9CF-5C82-5DA7-DFC0B3A76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92EB4-5C4E-42C6-82CB-A8B7CFB47269}"/>
              </a:ext>
            </a:extLst>
          </p:cNvPr>
          <p:cNvSpPr>
            <a:spLocks noGrp="1"/>
          </p:cNvSpPr>
          <p:nvPr>
            <p:ph type="title"/>
          </p:nvPr>
        </p:nvSpPr>
        <p:spPr>
          <a:xfrm>
            <a:off x="126471" y="69334"/>
            <a:ext cx="8487442" cy="845065"/>
          </a:xfrm>
        </p:spPr>
        <p:txBody>
          <a:bodyPr>
            <a:normAutofit/>
          </a:bodyPr>
          <a:lstStyle/>
          <a:p>
            <a:r>
              <a:rPr lang="en-US" sz="3600" b="1" dirty="0"/>
              <a:t>Physical Robot – Substitution for Cost Control</a:t>
            </a:r>
            <a:endParaRPr lang="en-IN" sz="3600" b="1" dirty="0"/>
          </a:p>
        </p:txBody>
      </p:sp>
      <p:sp>
        <p:nvSpPr>
          <p:cNvPr id="9" name="TextBox 8">
            <a:extLst>
              <a:ext uri="{FF2B5EF4-FFF2-40B4-BE49-F238E27FC236}">
                <a16:creationId xmlns:a16="http://schemas.microsoft.com/office/drawing/2014/main" id="{2610928A-9015-90F6-4C83-D50ACBE993EA}"/>
              </a:ext>
            </a:extLst>
          </p:cNvPr>
          <p:cNvSpPr txBox="1"/>
          <p:nvPr/>
        </p:nvSpPr>
        <p:spPr>
          <a:xfrm>
            <a:off x="-23190" y="6534834"/>
            <a:ext cx="5383694" cy="276999"/>
          </a:xfrm>
          <a:prstGeom prst="rect">
            <a:avLst/>
          </a:prstGeom>
          <a:noFill/>
        </p:spPr>
        <p:txBody>
          <a:bodyPr wrap="square">
            <a:spAutoFit/>
          </a:bodyPr>
          <a:lstStyle/>
          <a:p>
            <a:r>
              <a:rPr lang="en-IN" sz="1200" dirty="0"/>
              <a:t>https://huggingface.co/docs/lerobot/libero</a:t>
            </a:r>
          </a:p>
        </p:txBody>
      </p:sp>
      <p:graphicFrame>
        <p:nvGraphicFramePr>
          <p:cNvPr id="10" name="Table 9">
            <a:extLst>
              <a:ext uri="{FF2B5EF4-FFF2-40B4-BE49-F238E27FC236}">
                <a16:creationId xmlns:a16="http://schemas.microsoft.com/office/drawing/2014/main" id="{4F0C744D-9958-6A48-72A2-DB67627B3BFD}"/>
              </a:ext>
            </a:extLst>
          </p:cNvPr>
          <p:cNvGraphicFramePr>
            <a:graphicFrameLocks noGrp="1"/>
          </p:cNvGraphicFramePr>
          <p:nvPr>
            <p:extLst>
              <p:ext uri="{D42A27DB-BD31-4B8C-83A1-F6EECF244321}">
                <p14:modId xmlns:p14="http://schemas.microsoft.com/office/powerpoint/2010/main" val="1633758097"/>
              </p:ext>
            </p:extLst>
          </p:nvPr>
        </p:nvGraphicFramePr>
        <p:xfrm>
          <a:off x="523462" y="1076112"/>
          <a:ext cx="10356574" cy="4224758"/>
        </p:xfrm>
        <a:graphic>
          <a:graphicData uri="http://schemas.openxmlformats.org/drawingml/2006/table">
            <a:tbl>
              <a:tblPr firstRow="1" bandRow="1">
                <a:tableStyleId>{5C22544A-7EE6-4342-B048-85BDC9FD1C3A}</a:tableStyleId>
              </a:tblPr>
              <a:tblGrid>
                <a:gridCol w="4984731">
                  <a:extLst>
                    <a:ext uri="{9D8B030D-6E8A-4147-A177-3AD203B41FA5}">
                      <a16:colId xmlns:a16="http://schemas.microsoft.com/office/drawing/2014/main" val="4262997490"/>
                    </a:ext>
                  </a:extLst>
                </a:gridCol>
                <a:gridCol w="5371843">
                  <a:extLst>
                    <a:ext uri="{9D8B030D-6E8A-4147-A177-3AD203B41FA5}">
                      <a16:colId xmlns:a16="http://schemas.microsoft.com/office/drawing/2014/main" val="3794385307"/>
                    </a:ext>
                  </a:extLst>
                </a:gridCol>
              </a:tblGrid>
              <a:tr h="692480">
                <a:tc>
                  <a:txBody>
                    <a:bodyPr/>
                    <a:lstStyle/>
                    <a:p>
                      <a:pPr algn="ctr"/>
                      <a:r>
                        <a:rPr lang="en-IN" sz="2400" dirty="0"/>
                        <a:t>From</a:t>
                      </a:r>
                    </a:p>
                  </a:txBody>
                  <a:tcPr/>
                </a:tc>
                <a:tc>
                  <a:txBody>
                    <a:bodyPr/>
                    <a:lstStyle/>
                    <a:p>
                      <a:pPr algn="ctr"/>
                      <a:r>
                        <a:rPr lang="en-IN" sz="2400" dirty="0"/>
                        <a:t>To</a:t>
                      </a:r>
                    </a:p>
                  </a:txBody>
                  <a:tcPr/>
                </a:tc>
                <a:extLst>
                  <a:ext uri="{0D108BD9-81ED-4DB2-BD59-A6C34878D82A}">
                    <a16:rowId xmlns:a16="http://schemas.microsoft.com/office/drawing/2014/main" val="3114973630"/>
                  </a:ext>
                </a:extLst>
              </a:tr>
              <a:tr h="692480">
                <a:tc>
                  <a:txBody>
                    <a:bodyPr/>
                    <a:lstStyle/>
                    <a:p>
                      <a:r>
                        <a:rPr lang="en-IN" sz="2400" dirty="0"/>
                        <a:t>Physical robot</a:t>
                      </a:r>
                    </a:p>
                  </a:txBody>
                  <a:tcPr/>
                </a:tc>
                <a:tc>
                  <a:txBody>
                    <a:bodyPr/>
                    <a:lstStyle/>
                    <a:p>
                      <a:r>
                        <a:rPr lang="en-IN" sz="2400" dirty="0"/>
                        <a:t>Virtual robot</a:t>
                      </a:r>
                    </a:p>
                  </a:txBody>
                  <a:tcPr/>
                </a:tc>
                <a:extLst>
                  <a:ext uri="{0D108BD9-81ED-4DB2-BD59-A6C34878D82A}">
                    <a16:rowId xmlns:a16="http://schemas.microsoft.com/office/drawing/2014/main" val="2904397551"/>
                  </a:ext>
                </a:extLst>
              </a:tr>
              <a:tr h="692480">
                <a:tc>
                  <a:txBody>
                    <a:bodyPr/>
                    <a:lstStyle/>
                    <a:p>
                      <a:r>
                        <a:rPr lang="en-IN" sz="2400" dirty="0"/>
                        <a:t>Joystick</a:t>
                      </a:r>
                    </a:p>
                  </a:txBody>
                  <a:tcPr/>
                </a:tc>
                <a:tc>
                  <a:txBody>
                    <a:bodyPr/>
                    <a:lstStyle/>
                    <a:p>
                      <a:r>
                        <a:rPr lang="en-IN" sz="2400" dirty="0"/>
                        <a:t>Keyboard teleoperation</a:t>
                      </a:r>
                    </a:p>
                  </a:txBody>
                  <a:tcPr/>
                </a:tc>
                <a:extLst>
                  <a:ext uri="{0D108BD9-81ED-4DB2-BD59-A6C34878D82A}">
                    <a16:rowId xmlns:a16="http://schemas.microsoft.com/office/drawing/2014/main" val="2387496125"/>
                  </a:ext>
                </a:extLst>
              </a:tr>
              <a:tr h="692480">
                <a:tc>
                  <a:txBody>
                    <a:bodyPr/>
                    <a:lstStyle/>
                    <a:p>
                      <a:r>
                        <a:rPr lang="en-IN" sz="2400" dirty="0"/>
                        <a:t>Physical environment </a:t>
                      </a:r>
                    </a:p>
                  </a:txBody>
                  <a:tcPr/>
                </a:tc>
                <a:tc>
                  <a:txBody>
                    <a:bodyPr/>
                    <a:lstStyle/>
                    <a:p>
                      <a:r>
                        <a:rPr lang="en-IN" sz="2400" dirty="0"/>
                        <a:t>MuJoCo simulator</a:t>
                      </a:r>
                    </a:p>
                  </a:txBody>
                  <a:tcPr/>
                </a:tc>
                <a:extLst>
                  <a:ext uri="{0D108BD9-81ED-4DB2-BD59-A6C34878D82A}">
                    <a16:rowId xmlns:a16="http://schemas.microsoft.com/office/drawing/2014/main" val="205934940"/>
                  </a:ext>
                </a:extLst>
              </a:tr>
              <a:tr h="1454838">
                <a:tc>
                  <a:txBody>
                    <a:bodyPr/>
                    <a:lstStyle/>
                    <a:p>
                      <a:r>
                        <a:rPr lang="en-IN" sz="2400" dirty="0"/>
                        <a:t>Physical Task</a:t>
                      </a:r>
                    </a:p>
                  </a:txBody>
                  <a:tcPr/>
                </a:tc>
                <a:tc>
                  <a:txBody>
                    <a:bodyPr/>
                    <a:lstStyle/>
                    <a:p>
                      <a:r>
                        <a:rPr lang="en-IN" sz="2400" dirty="0"/>
                        <a:t>LIBERO</a:t>
                      </a:r>
                    </a:p>
                    <a:p>
                      <a:endParaRPr lang="en-IN" sz="2400" dirty="0"/>
                    </a:p>
                    <a:p>
                      <a:r>
                        <a:rPr lang="en-IN" sz="1400" dirty="0"/>
                        <a:t>(</a:t>
                      </a:r>
                      <a:r>
                        <a:rPr lang="en-US" sz="1400" dirty="0"/>
                        <a:t>A Lifelong Robot Learning Benchmark to Study Knowledge Transfer in Decision-Making and Robotics at Scale</a:t>
                      </a:r>
                      <a:r>
                        <a:rPr lang="en-IN" sz="1400" dirty="0"/>
                        <a:t>)</a:t>
                      </a:r>
                    </a:p>
                  </a:txBody>
                  <a:tcPr/>
                </a:tc>
                <a:extLst>
                  <a:ext uri="{0D108BD9-81ED-4DB2-BD59-A6C34878D82A}">
                    <a16:rowId xmlns:a16="http://schemas.microsoft.com/office/drawing/2014/main" val="1561610664"/>
                  </a:ext>
                </a:extLst>
              </a:tr>
            </a:tbl>
          </a:graphicData>
        </a:graphic>
      </p:graphicFrame>
    </p:spTree>
    <p:custDataLst>
      <p:tags r:id="rId1"/>
    </p:custDataLst>
    <p:extLst>
      <p:ext uri="{BB962C8B-B14F-4D97-AF65-F5344CB8AC3E}">
        <p14:creationId xmlns:p14="http://schemas.microsoft.com/office/powerpoint/2010/main" val="3199418959"/>
      </p:ext>
    </p:extLst>
  </p:cSld>
  <p:clrMapOvr>
    <a:masterClrMapping/>
  </p:clrMapOvr>
  <mc:AlternateContent xmlns:mc="http://schemas.openxmlformats.org/markup-compatibility/2006" xmlns:p14="http://schemas.microsoft.com/office/powerpoint/2010/main">
    <mc:Choice Requires="p14">
      <p:transition p14:dur="0" advTm="16103"/>
    </mc:Choice>
    <mc:Fallback xmlns="">
      <p:transition advTm="1610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5D9FF-8F70-F42B-16BC-D03E1935C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86FF0-DA99-9158-7375-6952EF8DAA92}"/>
              </a:ext>
            </a:extLst>
          </p:cNvPr>
          <p:cNvSpPr>
            <a:spLocks noGrp="1"/>
          </p:cNvSpPr>
          <p:nvPr>
            <p:ph type="title"/>
          </p:nvPr>
        </p:nvSpPr>
        <p:spPr>
          <a:xfrm>
            <a:off x="175364" y="112735"/>
            <a:ext cx="6795370" cy="640798"/>
          </a:xfrm>
        </p:spPr>
        <p:txBody>
          <a:bodyPr>
            <a:normAutofit/>
          </a:bodyPr>
          <a:lstStyle/>
          <a:p>
            <a:pPr algn="ctr"/>
            <a:r>
              <a:rPr lang="en-US" b="1" dirty="0"/>
              <a:t>Virtual - Robot Policy Training Pipeline</a:t>
            </a:r>
            <a:endParaRPr lang="en-IN" b="1" dirty="0"/>
          </a:p>
        </p:txBody>
      </p:sp>
      <p:sp>
        <p:nvSpPr>
          <p:cNvPr id="3" name="Subtitle 2">
            <a:extLst>
              <a:ext uri="{FF2B5EF4-FFF2-40B4-BE49-F238E27FC236}">
                <a16:creationId xmlns:a16="http://schemas.microsoft.com/office/drawing/2014/main" id="{352FC456-1384-8D6C-7AB1-4D56EF4D793E}"/>
              </a:ext>
            </a:extLst>
          </p:cNvPr>
          <p:cNvSpPr>
            <a:spLocks noGrp="1"/>
          </p:cNvSpPr>
          <p:nvPr>
            <p:ph type="body" sz="half" idx="2"/>
          </p:nvPr>
        </p:nvSpPr>
        <p:spPr>
          <a:xfrm>
            <a:off x="364067" y="945598"/>
            <a:ext cx="6456355" cy="5354994"/>
          </a:xfrm>
        </p:spPr>
        <p:txBody>
          <a:bodyPr vert="horz" lIns="91440" tIns="45720" rIns="91440" bIns="45720" rtlCol="0" anchor="t">
            <a:normAutofit fontScale="85000" lnSpcReduction="20000"/>
          </a:bodyPr>
          <a:lstStyle/>
          <a:p>
            <a:pPr marL="342900" indent="-342900">
              <a:buFont typeface="+mj-lt"/>
              <a:buAutoNum type="arabicPeriod"/>
            </a:pPr>
            <a:r>
              <a:rPr lang="en-US" dirty="0"/>
              <a:t>Set up the simulation environment using MuJoCo + LIBERO </a:t>
            </a:r>
          </a:p>
          <a:p>
            <a:pPr lvl="1"/>
            <a:r>
              <a:rPr lang="en-US" b="1" dirty="0">
                <a:solidFill>
                  <a:srgbClr val="FF0000"/>
                </a:solidFill>
                <a:sym typeface="Wingdings" panose="05000000000000000000" pitchFamily="2" charset="2"/>
              </a:rPr>
              <a:t> AVOID INITIAL COST OF ROBOT</a:t>
            </a:r>
            <a:endParaRPr lang="en-US" b="1" dirty="0">
              <a:solidFill>
                <a:srgbClr val="FF0000"/>
              </a:solidFill>
            </a:endParaRPr>
          </a:p>
          <a:p>
            <a:pPr marL="342900" indent="-342900">
              <a:buFont typeface="+mj-lt"/>
              <a:buAutoNum type="arabicPeriod"/>
            </a:pPr>
            <a:endParaRPr lang="en-US" dirty="0"/>
          </a:p>
          <a:p>
            <a:pPr marL="342900" indent="-342900">
              <a:buFont typeface="+mj-lt"/>
              <a:buAutoNum type="arabicPeriod"/>
            </a:pPr>
            <a:r>
              <a:rPr lang="en-US" dirty="0"/>
              <a:t>Collect demonstrations using keyboard teleoperation</a:t>
            </a:r>
          </a:p>
          <a:p>
            <a:pPr marL="342900" indent="-342900">
              <a:buFont typeface="+mj-lt"/>
              <a:buAutoNum type="arabicPeriod"/>
            </a:pPr>
            <a:endParaRPr lang="en-US" dirty="0"/>
          </a:p>
          <a:p>
            <a:pPr marL="342900" indent="-342900">
              <a:buFont typeface="+mj-lt"/>
              <a:buAutoNum type="arabicPeriod"/>
            </a:pPr>
            <a:r>
              <a:rPr lang="en-US" dirty="0"/>
              <a:t>Store and structure data locally as HDF5</a:t>
            </a:r>
          </a:p>
          <a:p>
            <a:pPr marL="342900" indent="-342900">
              <a:buFont typeface="+mj-lt"/>
              <a:buAutoNum type="arabicPeriod"/>
            </a:pPr>
            <a:endParaRPr lang="en-US" dirty="0"/>
          </a:p>
          <a:p>
            <a:pPr marL="342900" indent="-342900">
              <a:buFont typeface="+mj-lt"/>
              <a:buAutoNum type="arabicPeriod"/>
            </a:pPr>
            <a:r>
              <a:rPr lang="en-US" dirty="0"/>
              <a:t>Convert datasets into the LeRobot format</a:t>
            </a:r>
          </a:p>
          <a:p>
            <a:pPr marL="342900" indent="-342900">
              <a:buFont typeface="+mj-lt"/>
              <a:buAutoNum type="arabicPeriod"/>
            </a:pPr>
            <a:endParaRPr lang="en-US" dirty="0"/>
          </a:p>
          <a:p>
            <a:pPr marL="342900" indent="-342900">
              <a:buFont typeface="+mj-lt"/>
              <a:buAutoNum type="arabicPeriod"/>
            </a:pPr>
            <a:r>
              <a:rPr lang="en-US" dirty="0"/>
              <a:t>Upload datasets to a Hugging Face dataset repository</a:t>
            </a:r>
          </a:p>
          <a:p>
            <a:pPr marL="342900" indent="-342900">
              <a:buFont typeface="+mj-lt"/>
              <a:buAutoNum type="arabicPeriod"/>
            </a:pPr>
            <a:endParaRPr lang="en-US" dirty="0"/>
          </a:p>
          <a:p>
            <a:pPr marL="342900" indent="-342900">
              <a:buFont typeface="+mj-lt"/>
              <a:buAutoNum type="arabicPeriod"/>
            </a:pPr>
            <a:r>
              <a:rPr lang="en-US" dirty="0"/>
              <a:t>Use the SmolVLA policy model from Hugging Face</a:t>
            </a:r>
          </a:p>
          <a:p>
            <a:pPr marL="342900" indent="-342900">
              <a:buFont typeface="+mj-lt"/>
              <a:buAutoNum type="arabicPeriod"/>
            </a:pPr>
            <a:endParaRPr lang="en-US" dirty="0"/>
          </a:p>
          <a:p>
            <a:pPr marL="342900" indent="-342900">
              <a:buFont typeface="+mj-lt"/>
              <a:buAutoNum type="arabicPeriod"/>
            </a:pPr>
            <a:r>
              <a:rPr lang="en-US" dirty="0"/>
              <a:t>Fine-tune SmolVLA on Kaggle using a private or public dataset from Hugging Face</a:t>
            </a:r>
          </a:p>
          <a:p>
            <a:pPr marL="342900" indent="-342900">
              <a:buFont typeface="+mj-lt"/>
              <a:buAutoNum type="arabicPeriod"/>
            </a:pPr>
            <a:endParaRPr lang="en-US" dirty="0"/>
          </a:p>
          <a:p>
            <a:pPr marL="342900" indent="-342900">
              <a:buFont typeface="+mj-lt"/>
              <a:buAutoNum type="arabicPeriod"/>
            </a:pPr>
            <a:r>
              <a:rPr lang="en-US" dirty="0"/>
              <a:t>Upload the trained policy back to a Hugging Face model repository</a:t>
            </a:r>
          </a:p>
          <a:p>
            <a:pPr marL="342900" indent="-342900">
              <a:buFont typeface="+mj-lt"/>
              <a:buAutoNum type="arabicPeriod"/>
            </a:pPr>
            <a:endParaRPr lang="en-US" dirty="0"/>
          </a:p>
          <a:p>
            <a:pPr marL="342900" indent="-342900">
              <a:buFont typeface="+mj-lt"/>
              <a:buAutoNum type="arabicPeriod"/>
            </a:pPr>
            <a:r>
              <a:rPr lang="en-US" dirty="0"/>
              <a:t>Download the trained policy on the local desktop and run inference in simulation</a:t>
            </a:r>
            <a:endParaRPr lang="en-IN" dirty="0"/>
          </a:p>
        </p:txBody>
      </p:sp>
      <p:pic>
        <p:nvPicPr>
          <p:cNvPr id="2050" name="Picture 2">
            <a:extLst>
              <a:ext uri="{FF2B5EF4-FFF2-40B4-BE49-F238E27FC236}">
                <a16:creationId xmlns:a16="http://schemas.microsoft.com/office/drawing/2014/main" id="{900EA1A9-8012-866D-3ABF-C8039770F4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7205" y="99626"/>
            <a:ext cx="4983271" cy="665874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704887857"/>
      </p:ext>
    </p:extLst>
  </p:cSld>
  <p:clrMapOvr>
    <a:masterClrMapping/>
  </p:clrMapOvr>
  <mc:AlternateContent xmlns:mc="http://schemas.openxmlformats.org/markup-compatibility/2006" xmlns:p14="http://schemas.microsoft.com/office/powerpoint/2010/main">
    <mc:Choice Requires="p14">
      <p:transition p14:dur="0" advTm="16103"/>
    </mc:Choice>
    <mc:Fallback xmlns="">
      <p:transition advTm="1610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BA12F-D11D-67F9-3811-CF886B7B297B}"/>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1787B66-E083-B6EA-A542-2A68B1A2CCBC}"/>
              </a:ext>
            </a:extLst>
          </p:cNvPr>
          <p:cNvSpPr>
            <a:spLocks noGrp="1"/>
          </p:cNvSpPr>
          <p:nvPr>
            <p:ph type="title"/>
          </p:nvPr>
        </p:nvSpPr>
        <p:spPr>
          <a:xfrm>
            <a:off x="172180" y="43099"/>
            <a:ext cx="5649686" cy="649772"/>
          </a:xfrm>
        </p:spPr>
        <p:txBody>
          <a:bodyPr/>
          <a:lstStyle/>
          <a:p>
            <a:r>
              <a:rPr lang="en-IN" dirty="0"/>
              <a:t>Virtual Robot - Franka Panda Arm</a:t>
            </a:r>
          </a:p>
        </p:txBody>
      </p:sp>
      <p:sp>
        <p:nvSpPr>
          <p:cNvPr id="11" name="TextBox 10">
            <a:extLst>
              <a:ext uri="{FF2B5EF4-FFF2-40B4-BE49-F238E27FC236}">
                <a16:creationId xmlns:a16="http://schemas.microsoft.com/office/drawing/2014/main" id="{449295BC-80C4-1BDE-0500-A7411E8C4E7E}"/>
              </a:ext>
            </a:extLst>
          </p:cNvPr>
          <p:cNvSpPr txBox="1"/>
          <p:nvPr/>
        </p:nvSpPr>
        <p:spPr>
          <a:xfrm>
            <a:off x="-1044" y="6596390"/>
            <a:ext cx="6097044" cy="261610"/>
          </a:xfrm>
          <a:prstGeom prst="rect">
            <a:avLst/>
          </a:prstGeom>
          <a:noFill/>
        </p:spPr>
        <p:txBody>
          <a:bodyPr wrap="square">
            <a:spAutoFit/>
          </a:bodyPr>
          <a:lstStyle/>
          <a:p>
            <a:r>
              <a:rPr lang="en-IN" sz="1100" dirty="0"/>
              <a:t>https://www.wiredworkers.io/cobot/brands/franka-emika/research-3/</a:t>
            </a:r>
          </a:p>
        </p:txBody>
      </p:sp>
      <p:pic>
        <p:nvPicPr>
          <p:cNvPr id="2052" name="Picture 4">
            <a:extLst>
              <a:ext uri="{FF2B5EF4-FFF2-40B4-BE49-F238E27FC236}">
                <a16:creationId xmlns:a16="http://schemas.microsoft.com/office/drawing/2014/main" id="{D2A670A8-D509-B313-EDAD-1508BEFA83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89482"/>
            <a:ext cx="6063343" cy="60563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D1A3B50-7079-6CB8-4BC8-97CFE7DED29C}"/>
              </a:ext>
            </a:extLst>
          </p:cNvPr>
          <p:cNvSpPr txBox="1"/>
          <p:nvPr/>
        </p:nvSpPr>
        <p:spPr>
          <a:xfrm>
            <a:off x="256761" y="931829"/>
            <a:ext cx="3579742" cy="2031325"/>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242424"/>
                </a:solidFill>
                <a:effectLst/>
                <a:latin typeface="source-serif-pro"/>
              </a:rPr>
              <a:t>7-DoF robotic arm </a:t>
            </a:r>
          </a:p>
          <a:p>
            <a:pPr marL="285750" indent="-285750">
              <a:buFont typeface="Arial" panose="020B0604020202020204" pitchFamily="34" charset="0"/>
              <a:buChar char="•"/>
            </a:pPr>
            <a:endParaRPr lang="en-US" dirty="0">
              <a:solidFill>
                <a:srgbClr val="242424"/>
              </a:solidFill>
              <a:latin typeface="source-serif-pro"/>
            </a:endParaRPr>
          </a:p>
          <a:p>
            <a:pPr marL="285750" indent="-285750">
              <a:buFont typeface="Arial" panose="020B0604020202020204" pitchFamily="34" charset="0"/>
              <a:buChar char="•"/>
            </a:pPr>
            <a:r>
              <a:rPr lang="en-US" b="0" i="0" dirty="0">
                <a:solidFill>
                  <a:srgbClr val="242424"/>
                </a:solidFill>
                <a:effectLst/>
                <a:latin typeface="source-serif-pro"/>
              </a:rPr>
              <a:t>two-finger gripper</a:t>
            </a:r>
          </a:p>
          <a:p>
            <a:pPr marL="285750" indent="-285750">
              <a:buFont typeface="Arial" panose="020B0604020202020204" pitchFamily="34" charset="0"/>
              <a:buChar char="•"/>
            </a:pPr>
            <a:endParaRPr lang="en-US" dirty="0">
              <a:solidFill>
                <a:srgbClr val="242424"/>
              </a:solidFill>
              <a:latin typeface="source-serif-pro"/>
            </a:endParaRPr>
          </a:p>
          <a:p>
            <a:pPr marL="285750" indent="-285750">
              <a:buFont typeface="Arial" panose="020B0604020202020204" pitchFamily="34" charset="0"/>
              <a:buChar char="•"/>
            </a:pPr>
            <a:r>
              <a:rPr lang="en-US" dirty="0">
                <a:solidFill>
                  <a:srgbClr val="242424"/>
                </a:solidFill>
                <a:latin typeface="source-serif-pro"/>
              </a:rPr>
              <a:t>suited for manipulation Task</a:t>
            </a:r>
          </a:p>
          <a:p>
            <a:pPr marL="285750" indent="-285750">
              <a:buFont typeface="Arial" panose="020B0604020202020204" pitchFamily="34" charset="0"/>
              <a:buChar char="•"/>
            </a:pPr>
            <a:endParaRPr lang="en-US" dirty="0">
              <a:solidFill>
                <a:srgbClr val="242424"/>
              </a:solidFill>
              <a:latin typeface="source-serif-pro"/>
            </a:endParaRPr>
          </a:p>
          <a:p>
            <a:pPr marL="285750" indent="-285750">
              <a:buFont typeface="Arial" panose="020B0604020202020204" pitchFamily="34" charset="0"/>
              <a:buChar char="•"/>
            </a:pPr>
            <a:r>
              <a:rPr lang="en-US" dirty="0">
                <a:solidFill>
                  <a:srgbClr val="242424"/>
                </a:solidFill>
                <a:latin typeface="source-serif-pro"/>
              </a:rPr>
              <a:t>desktop keyboard teleoperation:</a:t>
            </a:r>
            <a:endParaRPr lang="en-IN" dirty="0"/>
          </a:p>
        </p:txBody>
      </p:sp>
      <p:pic>
        <p:nvPicPr>
          <p:cNvPr id="5" name="Picture 4">
            <a:extLst>
              <a:ext uri="{FF2B5EF4-FFF2-40B4-BE49-F238E27FC236}">
                <a16:creationId xmlns:a16="http://schemas.microsoft.com/office/drawing/2014/main" id="{33C1CFF1-20D5-211E-FE3E-FB1C042CB026}"/>
              </a:ext>
            </a:extLst>
          </p:cNvPr>
          <p:cNvPicPr>
            <a:picLocks noChangeAspect="1"/>
          </p:cNvPicPr>
          <p:nvPr/>
        </p:nvPicPr>
        <p:blipFill>
          <a:blip r:embed="rId5"/>
          <a:stretch>
            <a:fillRect/>
          </a:stretch>
        </p:blipFill>
        <p:spPr>
          <a:xfrm>
            <a:off x="1018761" y="2963154"/>
            <a:ext cx="2221396" cy="3029176"/>
          </a:xfrm>
          <a:prstGeom prst="rect">
            <a:avLst/>
          </a:prstGeom>
        </p:spPr>
      </p:pic>
    </p:spTree>
    <p:custDataLst>
      <p:tags r:id="rId1"/>
    </p:custDataLst>
    <p:extLst>
      <p:ext uri="{BB962C8B-B14F-4D97-AF65-F5344CB8AC3E}">
        <p14:creationId xmlns:p14="http://schemas.microsoft.com/office/powerpoint/2010/main" val="47673824"/>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8F09F-1CCF-C7C6-A9D9-A4CD550964B3}"/>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29C65E8-47F0-82AB-3D88-4E0328CEB884}"/>
              </a:ext>
            </a:extLst>
          </p:cNvPr>
          <p:cNvSpPr>
            <a:spLocks noGrp="1"/>
          </p:cNvSpPr>
          <p:nvPr>
            <p:ph type="title"/>
          </p:nvPr>
        </p:nvSpPr>
        <p:spPr>
          <a:xfrm>
            <a:off x="108112" y="213254"/>
            <a:ext cx="1861085" cy="1034775"/>
          </a:xfrm>
        </p:spPr>
        <p:txBody>
          <a:bodyPr/>
          <a:lstStyle/>
          <a:p>
            <a:r>
              <a:rPr lang="en-IN" dirty="0"/>
              <a:t>Robot in Simulation</a:t>
            </a:r>
          </a:p>
        </p:txBody>
      </p:sp>
      <p:pic>
        <p:nvPicPr>
          <p:cNvPr id="4098" name="Picture 2">
            <a:extLst>
              <a:ext uri="{FF2B5EF4-FFF2-40B4-BE49-F238E27FC236}">
                <a16:creationId xmlns:a16="http://schemas.microsoft.com/office/drawing/2014/main" id="{A25BEEC7-EA2A-89CA-2E12-F29B96A4BE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8610" y="61115"/>
            <a:ext cx="9903390" cy="623290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D4C189A-6799-8360-A211-BA37E3F464B4}"/>
              </a:ext>
            </a:extLst>
          </p:cNvPr>
          <p:cNvSpPr txBox="1"/>
          <p:nvPr/>
        </p:nvSpPr>
        <p:spPr>
          <a:xfrm>
            <a:off x="3641942" y="6333608"/>
            <a:ext cx="7894530" cy="369332"/>
          </a:xfrm>
          <a:prstGeom prst="rect">
            <a:avLst/>
          </a:prstGeom>
          <a:noFill/>
        </p:spPr>
        <p:txBody>
          <a:bodyPr wrap="square">
            <a:spAutoFit/>
          </a:bodyPr>
          <a:lstStyle/>
          <a:p>
            <a:r>
              <a:rPr lang="en-US" dirty="0"/>
              <a:t> MuJoCo + LIBERO view for Spatial Task 0: pick and place the mug on the plate</a:t>
            </a:r>
            <a:endParaRPr lang="en-IN" dirty="0"/>
          </a:p>
        </p:txBody>
      </p:sp>
      <p:sp>
        <p:nvSpPr>
          <p:cNvPr id="8" name="TextBox 7">
            <a:extLst>
              <a:ext uri="{FF2B5EF4-FFF2-40B4-BE49-F238E27FC236}">
                <a16:creationId xmlns:a16="http://schemas.microsoft.com/office/drawing/2014/main" id="{2A95C76F-79A7-35A6-93FC-140A2650F8F8}"/>
              </a:ext>
            </a:extLst>
          </p:cNvPr>
          <p:cNvSpPr txBox="1"/>
          <p:nvPr/>
        </p:nvSpPr>
        <p:spPr>
          <a:xfrm>
            <a:off x="108112" y="1670638"/>
            <a:ext cx="2105001" cy="3477875"/>
          </a:xfrm>
          <a:prstGeom prst="rect">
            <a:avLst/>
          </a:prstGeom>
          <a:noFill/>
        </p:spPr>
        <p:txBody>
          <a:bodyPr wrap="square">
            <a:spAutoFit/>
          </a:bodyPr>
          <a:lstStyle/>
          <a:p>
            <a:r>
              <a:rPr lang="en-IN" b="1" dirty="0"/>
              <a:t>MuJoCo</a:t>
            </a:r>
          </a:p>
          <a:p>
            <a:pPr marL="285750" indent="-285750">
              <a:buFont typeface="Arial" panose="020B0604020202020204" pitchFamily="34" charset="0"/>
              <a:buChar char="•"/>
            </a:pPr>
            <a:r>
              <a:rPr lang="en-US" sz="1400" dirty="0"/>
              <a:t>robot dynamics </a:t>
            </a:r>
          </a:p>
          <a:p>
            <a:pPr marL="285750" indent="-285750">
              <a:buFont typeface="Arial" panose="020B0604020202020204" pitchFamily="34" charset="0"/>
              <a:buChar char="•"/>
            </a:pPr>
            <a:r>
              <a:rPr lang="en-US" sz="1400" dirty="0"/>
              <a:t>contacts</a:t>
            </a:r>
          </a:p>
          <a:p>
            <a:pPr marL="285750" indent="-285750">
              <a:buFont typeface="Arial" panose="020B0604020202020204" pitchFamily="34" charset="0"/>
              <a:buChar char="•"/>
            </a:pPr>
            <a:r>
              <a:rPr lang="en-US" sz="1400" dirty="0"/>
              <a:t>joint motion </a:t>
            </a:r>
          </a:p>
          <a:p>
            <a:pPr marL="285750" indent="-285750">
              <a:buFont typeface="Arial" panose="020B0604020202020204" pitchFamily="34" charset="0"/>
              <a:buChar char="•"/>
            </a:pPr>
            <a:r>
              <a:rPr lang="en-US" sz="1400" dirty="0"/>
              <a:t>Real time interaction </a:t>
            </a:r>
          </a:p>
          <a:p>
            <a:r>
              <a:rPr lang="en-US" sz="1400" dirty="0"/>
              <a:t>with environment</a:t>
            </a:r>
          </a:p>
          <a:p>
            <a:endParaRPr lang="en-US" sz="1400" dirty="0"/>
          </a:p>
          <a:p>
            <a:endParaRPr lang="en-IN" dirty="0"/>
          </a:p>
          <a:p>
            <a:r>
              <a:rPr lang="en-IN" b="1" dirty="0"/>
              <a:t>MuJoCo Native Viewer </a:t>
            </a:r>
          </a:p>
          <a:p>
            <a:pPr marL="285750" indent="-285750">
              <a:buFont typeface="Arial" panose="020B0604020202020204" pitchFamily="34" charset="0"/>
              <a:buChar char="•"/>
            </a:pPr>
            <a:r>
              <a:rPr lang="en-US" sz="1400" dirty="0"/>
              <a:t>rendered the robot and scene state while teleoperation was running</a:t>
            </a:r>
            <a:endParaRPr lang="en-IN" dirty="0"/>
          </a:p>
        </p:txBody>
      </p:sp>
    </p:spTree>
    <p:custDataLst>
      <p:tags r:id="rId1"/>
    </p:custDataLst>
    <p:extLst>
      <p:ext uri="{BB962C8B-B14F-4D97-AF65-F5344CB8AC3E}">
        <p14:creationId xmlns:p14="http://schemas.microsoft.com/office/powerpoint/2010/main" val="1421159470"/>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A9B73-E0ED-B528-8610-9D752FC862C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80ED8011-1C17-20BA-8CCD-3F576F8E81F4}"/>
              </a:ext>
            </a:extLst>
          </p:cNvPr>
          <p:cNvSpPr>
            <a:spLocks noGrp="1"/>
          </p:cNvSpPr>
          <p:nvPr>
            <p:ph type="title"/>
          </p:nvPr>
        </p:nvSpPr>
        <p:spPr>
          <a:xfrm>
            <a:off x="101757" y="132106"/>
            <a:ext cx="4325711" cy="543755"/>
          </a:xfrm>
        </p:spPr>
        <p:txBody>
          <a:bodyPr/>
          <a:lstStyle/>
          <a:p>
            <a:r>
              <a:rPr lang="en-IN" dirty="0"/>
              <a:t>VRAM – Local Desktop</a:t>
            </a:r>
          </a:p>
        </p:txBody>
      </p:sp>
      <p:pic>
        <p:nvPicPr>
          <p:cNvPr id="5122" name="Picture 2">
            <a:extLst>
              <a:ext uri="{FF2B5EF4-FFF2-40B4-BE49-F238E27FC236}">
                <a16:creationId xmlns:a16="http://schemas.microsoft.com/office/drawing/2014/main" id="{481F4E93-1860-6077-6A94-364C3CDC26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0795" y="774212"/>
            <a:ext cx="10001250" cy="4572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0F920E-8FCE-28CF-ABCC-26394DDC08AE}"/>
              </a:ext>
            </a:extLst>
          </p:cNvPr>
          <p:cNvSpPr txBox="1"/>
          <p:nvPr/>
        </p:nvSpPr>
        <p:spPr>
          <a:xfrm>
            <a:off x="152401" y="5589649"/>
            <a:ext cx="11659644" cy="338554"/>
          </a:xfrm>
          <a:prstGeom prst="rect">
            <a:avLst/>
          </a:prstGeom>
          <a:noFill/>
        </p:spPr>
        <p:txBody>
          <a:bodyPr wrap="square">
            <a:spAutoFit/>
          </a:bodyPr>
          <a:lstStyle/>
          <a:p>
            <a:r>
              <a:rPr lang="en-IN" sz="1600" dirty="0"/>
              <a:t>Windows 11 desktop hardware reference from </a:t>
            </a:r>
            <a:r>
              <a:rPr lang="en-IN" sz="1600" dirty="0" err="1"/>
              <a:t>nvidia-smi</a:t>
            </a:r>
            <a:r>
              <a:rPr lang="en-IN" sz="1600" dirty="0"/>
              <a:t>: NVIDIA GeForce RTX 3050 with 4096 MiB memory</a:t>
            </a:r>
          </a:p>
        </p:txBody>
      </p:sp>
    </p:spTree>
    <p:custDataLst>
      <p:tags r:id="rId1"/>
    </p:custDataLst>
    <p:extLst>
      <p:ext uri="{BB962C8B-B14F-4D97-AF65-F5344CB8AC3E}">
        <p14:creationId xmlns:p14="http://schemas.microsoft.com/office/powerpoint/2010/main" val="2374152862"/>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9C8E8-EEFC-3CFF-5695-C0AF0A8F23C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F0954BF-CBEE-21DD-058E-1028BB2EF4FA}"/>
              </a:ext>
            </a:extLst>
          </p:cNvPr>
          <p:cNvSpPr txBox="1"/>
          <p:nvPr/>
        </p:nvSpPr>
        <p:spPr>
          <a:xfrm>
            <a:off x="-1044" y="6596390"/>
            <a:ext cx="6097044" cy="261610"/>
          </a:xfrm>
          <a:prstGeom prst="rect">
            <a:avLst/>
          </a:prstGeom>
          <a:noFill/>
        </p:spPr>
        <p:txBody>
          <a:bodyPr wrap="square">
            <a:spAutoFit/>
          </a:bodyPr>
          <a:lstStyle/>
          <a:p>
            <a:r>
              <a:rPr lang="en-IN" sz="1100" dirty="0"/>
              <a:t>https://huggingface.co/datasets/kgaero/libero-spatial-task0-withImages</a:t>
            </a:r>
          </a:p>
        </p:txBody>
      </p:sp>
      <p:pic>
        <p:nvPicPr>
          <p:cNvPr id="6146" name="Picture 2">
            <a:extLst>
              <a:ext uri="{FF2B5EF4-FFF2-40B4-BE49-F238E27FC236}">
                <a16:creationId xmlns:a16="http://schemas.microsoft.com/office/drawing/2014/main" id="{8B2B4F6C-B169-7302-5B89-CE3B0426E84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07"/>
          <a:stretch>
            <a:fillRect/>
          </a:stretch>
        </p:blipFill>
        <p:spPr bwMode="auto">
          <a:xfrm>
            <a:off x="2602539" y="106017"/>
            <a:ext cx="9528724" cy="550627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C71A3D-47C1-4095-D8C2-4F94859CBB22}"/>
              </a:ext>
            </a:extLst>
          </p:cNvPr>
          <p:cNvSpPr txBox="1"/>
          <p:nvPr/>
        </p:nvSpPr>
        <p:spPr>
          <a:xfrm>
            <a:off x="2741544" y="5735011"/>
            <a:ext cx="9389719" cy="369332"/>
          </a:xfrm>
          <a:prstGeom prst="rect">
            <a:avLst/>
          </a:prstGeom>
          <a:noFill/>
        </p:spPr>
        <p:txBody>
          <a:bodyPr wrap="square">
            <a:spAutoFit/>
          </a:bodyPr>
          <a:lstStyle/>
          <a:p>
            <a:r>
              <a:rPr lang="en-US" dirty="0"/>
              <a:t>Hugging Face dataset repository view for teleoperation data exported in LeRobot-style structure</a:t>
            </a:r>
            <a:endParaRPr lang="en-IN" dirty="0"/>
          </a:p>
        </p:txBody>
      </p:sp>
      <p:sp>
        <p:nvSpPr>
          <p:cNvPr id="9" name="Title 8">
            <a:extLst>
              <a:ext uri="{FF2B5EF4-FFF2-40B4-BE49-F238E27FC236}">
                <a16:creationId xmlns:a16="http://schemas.microsoft.com/office/drawing/2014/main" id="{B906A88E-854E-D166-F653-AA87E20337E9}"/>
              </a:ext>
            </a:extLst>
          </p:cNvPr>
          <p:cNvSpPr>
            <a:spLocks noGrp="1"/>
          </p:cNvSpPr>
          <p:nvPr>
            <p:ph type="title"/>
          </p:nvPr>
        </p:nvSpPr>
        <p:spPr>
          <a:xfrm>
            <a:off x="60738" y="106017"/>
            <a:ext cx="2901124" cy="1034775"/>
          </a:xfrm>
        </p:spPr>
        <p:txBody>
          <a:bodyPr/>
          <a:lstStyle/>
          <a:p>
            <a:r>
              <a:rPr lang="en-IN" dirty="0"/>
              <a:t>DATASET created by Teleoperation</a:t>
            </a:r>
          </a:p>
        </p:txBody>
      </p:sp>
      <p:sp>
        <p:nvSpPr>
          <p:cNvPr id="3" name="TextBox 2">
            <a:extLst>
              <a:ext uri="{FF2B5EF4-FFF2-40B4-BE49-F238E27FC236}">
                <a16:creationId xmlns:a16="http://schemas.microsoft.com/office/drawing/2014/main" id="{116B23A9-40DF-BC14-9D2C-FFEEF373F241}"/>
              </a:ext>
            </a:extLst>
          </p:cNvPr>
          <p:cNvSpPr txBox="1"/>
          <p:nvPr/>
        </p:nvSpPr>
        <p:spPr>
          <a:xfrm>
            <a:off x="170622" y="1237102"/>
            <a:ext cx="2996648" cy="1754326"/>
          </a:xfrm>
          <a:prstGeom prst="rect">
            <a:avLst/>
          </a:prstGeom>
          <a:noFill/>
        </p:spPr>
        <p:txBody>
          <a:bodyPr wrap="square">
            <a:spAutoFit/>
          </a:bodyPr>
          <a:lstStyle/>
          <a:p>
            <a:r>
              <a:rPr lang="en-US" b="0" i="0" dirty="0">
                <a:solidFill>
                  <a:srgbClr val="242424"/>
                </a:solidFill>
                <a:effectLst/>
                <a:latin typeface="source-serif-pro"/>
              </a:rPr>
              <a:t>For LIBERO Task 0, a single teleoperation episode produced around </a:t>
            </a:r>
            <a:r>
              <a:rPr lang="en-US" b="1" i="0" dirty="0">
                <a:solidFill>
                  <a:srgbClr val="242424"/>
                </a:solidFill>
                <a:effectLst/>
                <a:latin typeface="source-serif-pro"/>
              </a:rPr>
              <a:t>1,000 records</a:t>
            </a:r>
            <a:r>
              <a:rPr lang="en-US" b="0" i="0" dirty="0">
                <a:solidFill>
                  <a:srgbClr val="242424"/>
                </a:solidFill>
                <a:effectLst/>
                <a:latin typeface="source-serif-pro"/>
              </a:rPr>
              <a:t> and roughly </a:t>
            </a:r>
            <a:r>
              <a:rPr lang="en-US" b="1" i="0" dirty="0">
                <a:solidFill>
                  <a:srgbClr val="242424"/>
                </a:solidFill>
                <a:effectLst/>
                <a:latin typeface="source-serif-pro"/>
              </a:rPr>
              <a:t>235 MB</a:t>
            </a:r>
            <a:r>
              <a:rPr lang="en-US" b="0" i="0" dirty="0">
                <a:solidFill>
                  <a:srgbClr val="242424"/>
                </a:solidFill>
                <a:effectLst/>
                <a:latin typeface="source-serif-pro"/>
              </a:rPr>
              <a:t> of data due to image and video observations.</a:t>
            </a:r>
            <a:endParaRPr lang="en-IN" dirty="0"/>
          </a:p>
        </p:txBody>
      </p:sp>
      <p:sp>
        <p:nvSpPr>
          <p:cNvPr id="5" name="TextBox 4">
            <a:extLst>
              <a:ext uri="{FF2B5EF4-FFF2-40B4-BE49-F238E27FC236}">
                <a16:creationId xmlns:a16="http://schemas.microsoft.com/office/drawing/2014/main" id="{05505644-A16E-EFD8-791D-6E454027C117}"/>
              </a:ext>
            </a:extLst>
          </p:cNvPr>
          <p:cNvSpPr txBox="1"/>
          <p:nvPr/>
        </p:nvSpPr>
        <p:spPr>
          <a:xfrm>
            <a:off x="170622" y="3087738"/>
            <a:ext cx="2996648" cy="2846292"/>
          </a:xfrm>
          <a:prstGeom prst="rect">
            <a:avLst/>
          </a:prstGeom>
          <a:noFill/>
        </p:spPr>
        <p:txBody>
          <a:bodyPr wrap="square">
            <a:spAutoFit/>
          </a:bodyPr>
          <a:lstStyle/>
          <a:p>
            <a:pPr algn="l">
              <a:lnSpc>
                <a:spcPts val="2400"/>
              </a:lnSpc>
              <a:buNone/>
            </a:pPr>
            <a:r>
              <a:rPr lang="en-US" b="0" i="0" dirty="0">
                <a:solidFill>
                  <a:srgbClr val="242424"/>
                </a:solidFill>
                <a:effectLst/>
                <a:latin typeface="source-serif-pro"/>
              </a:rPr>
              <a:t>Each episode took about </a:t>
            </a:r>
            <a:r>
              <a:rPr lang="en-US" b="1" i="0" dirty="0">
                <a:solidFill>
                  <a:srgbClr val="242424"/>
                </a:solidFill>
                <a:effectLst/>
                <a:latin typeface="source-serif-pro"/>
              </a:rPr>
              <a:t>12 minutes total</a:t>
            </a:r>
            <a:r>
              <a:rPr lang="en-US" b="0" i="0" dirty="0">
                <a:solidFill>
                  <a:srgbClr val="242424"/>
                </a:solidFill>
                <a:effectLst/>
                <a:latin typeface="source-serif-pro"/>
              </a:rPr>
              <a:t>:</a:t>
            </a:r>
          </a:p>
          <a:p>
            <a:pPr algn="l">
              <a:lnSpc>
                <a:spcPts val="2400"/>
              </a:lnSpc>
              <a:buFont typeface="Arial" panose="020B0604020202020204" pitchFamily="34" charset="0"/>
              <a:buChar char="•"/>
            </a:pPr>
            <a:r>
              <a:rPr lang="en-US" b="0" i="0" dirty="0">
                <a:solidFill>
                  <a:srgbClr val="242424"/>
                </a:solidFill>
                <a:effectLst/>
                <a:latin typeface="source-serif-pro"/>
              </a:rPr>
              <a:t>around </a:t>
            </a:r>
            <a:r>
              <a:rPr lang="en-US" b="1" i="0" dirty="0">
                <a:solidFill>
                  <a:srgbClr val="242424"/>
                </a:solidFill>
                <a:effectLst/>
                <a:latin typeface="source-serif-pro"/>
              </a:rPr>
              <a:t>2 minutes</a:t>
            </a:r>
            <a:r>
              <a:rPr lang="en-US" b="0" i="0" dirty="0">
                <a:solidFill>
                  <a:srgbClr val="242424"/>
                </a:solidFill>
                <a:effectLst/>
                <a:latin typeface="source-serif-pro"/>
              </a:rPr>
              <a:t> for teleoperation</a:t>
            </a:r>
          </a:p>
          <a:p>
            <a:pPr algn="l">
              <a:lnSpc>
                <a:spcPts val="2400"/>
              </a:lnSpc>
              <a:buFont typeface="Arial" panose="020B0604020202020204" pitchFamily="34" charset="0"/>
              <a:buChar char="•"/>
            </a:pPr>
            <a:r>
              <a:rPr lang="en-US" b="0" i="0" dirty="0">
                <a:solidFill>
                  <a:srgbClr val="242424"/>
                </a:solidFill>
                <a:effectLst/>
                <a:latin typeface="source-serif-pro"/>
              </a:rPr>
              <a:t>around </a:t>
            </a:r>
            <a:r>
              <a:rPr lang="en-US" b="1" i="0" dirty="0">
                <a:solidFill>
                  <a:srgbClr val="242424"/>
                </a:solidFill>
                <a:effectLst/>
                <a:latin typeface="source-serif-pro"/>
              </a:rPr>
              <a:t>10 minutes</a:t>
            </a:r>
            <a:r>
              <a:rPr lang="en-US" b="0" i="0" dirty="0">
                <a:solidFill>
                  <a:srgbClr val="242424"/>
                </a:solidFill>
                <a:effectLst/>
                <a:latin typeface="source-serif-pro"/>
              </a:rPr>
              <a:t> for conversion and Hugging Face upload</a:t>
            </a:r>
            <a:r>
              <a:rPr lang="en-US" dirty="0">
                <a:solidFill>
                  <a:srgbClr val="242424"/>
                </a:solidFill>
                <a:latin typeface="source-serif-pro"/>
              </a:rPr>
              <a:t>. </a:t>
            </a:r>
            <a:r>
              <a:rPr lang="en-US" b="0" i="0" dirty="0">
                <a:solidFill>
                  <a:srgbClr val="242424"/>
                </a:solidFill>
                <a:effectLst/>
                <a:latin typeface="source-serif-pro"/>
              </a:rPr>
              <a:t>That makes large-scale manual dataset generation painfully slow.</a:t>
            </a:r>
          </a:p>
        </p:txBody>
      </p:sp>
    </p:spTree>
    <p:custDataLst>
      <p:tags r:id="rId1"/>
    </p:custDataLst>
    <p:extLst>
      <p:ext uri="{BB962C8B-B14F-4D97-AF65-F5344CB8AC3E}">
        <p14:creationId xmlns:p14="http://schemas.microsoft.com/office/powerpoint/2010/main" val="2538641464"/>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45672-7AF5-71AF-8BE5-26C20A43A30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F84D5F2-CF10-AB55-D023-FC5FF72B7A4A}"/>
              </a:ext>
            </a:extLst>
          </p:cNvPr>
          <p:cNvPicPr>
            <a:picLocks noChangeAspect="1"/>
          </p:cNvPicPr>
          <p:nvPr/>
        </p:nvPicPr>
        <p:blipFill>
          <a:blip r:embed="rId4"/>
          <a:srcRect t="7741"/>
          <a:stretch>
            <a:fillRect/>
          </a:stretch>
        </p:blipFill>
        <p:spPr>
          <a:xfrm>
            <a:off x="2007704" y="106016"/>
            <a:ext cx="10123558" cy="5672457"/>
          </a:xfrm>
          <a:prstGeom prst="rect">
            <a:avLst/>
          </a:prstGeom>
        </p:spPr>
      </p:pic>
      <p:sp>
        <p:nvSpPr>
          <p:cNvPr id="11" name="TextBox 10">
            <a:extLst>
              <a:ext uri="{FF2B5EF4-FFF2-40B4-BE49-F238E27FC236}">
                <a16:creationId xmlns:a16="http://schemas.microsoft.com/office/drawing/2014/main" id="{E031872F-9ECC-4D31-936D-56EC6977456C}"/>
              </a:ext>
            </a:extLst>
          </p:cNvPr>
          <p:cNvSpPr txBox="1"/>
          <p:nvPr/>
        </p:nvSpPr>
        <p:spPr>
          <a:xfrm>
            <a:off x="-1044" y="6596390"/>
            <a:ext cx="6097044" cy="261610"/>
          </a:xfrm>
          <a:prstGeom prst="rect">
            <a:avLst/>
          </a:prstGeom>
          <a:noFill/>
        </p:spPr>
        <p:txBody>
          <a:bodyPr wrap="square">
            <a:spAutoFit/>
          </a:bodyPr>
          <a:lstStyle/>
          <a:p>
            <a:r>
              <a:rPr lang="en-IN" sz="1100" dirty="0"/>
              <a:t>https://huggingface.co/datasets/HuggingFaceVLA/libero</a:t>
            </a:r>
          </a:p>
        </p:txBody>
      </p:sp>
      <p:sp>
        <p:nvSpPr>
          <p:cNvPr id="9" name="Title 8">
            <a:extLst>
              <a:ext uri="{FF2B5EF4-FFF2-40B4-BE49-F238E27FC236}">
                <a16:creationId xmlns:a16="http://schemas.microsoft.com/office/drawing/2014/main" id="{7C7A9732-B5FE-52FD-F5A3-79CE86D91C22}"/>
              </a:ext>
            </a:extLst>
          </p:cNvPr>
          <p:cNvSpPr>
            <a:spLocks noGrp="1"/>
          </p:cNvSpPr>
          <p:nvPr>
            <p:ph type="title"/>
          </p:nvPr>
        </p:nvSpPr>
        <p:spPr>
          <a:xfrm>
            <a:off x="60738" y="106017"/>
            <a:ext cx="1642166" cy="1696279"/>
          </a:xfrm>
        </p:spPr>
        <p:txBody>
          <a:bodyPr>
            <a:normAutofit/>
          </a:bodyPr>
          <a:lstStyle/>
          <a:p>
            <a:pPr algn="ctr"/>
            <a:r>
              <a:rPr lang="en-IN" dirty="0"/>
              <a:t>DATASET</a:t>
            </a:r>
            <a:br>
              <a:rPr lang="en-IN" dirty="0"/>
            </a:br>
            <a:r>
              <a:rPr lang="en-IN" dirty="0"/>
              <a:t>for </a:t>
            </a:r>
            <a:br>
              <a:rPr lang="en-IN" dirty="0"/>
            </a:br>
            <a:r>
              <a:rPr lang="en-IN" dirty="0"/>
              <a:t>Training</a:t>
            </a:r>
          </a:p>
        </p:txBody>
      </p:sp>
      <p:sp>
        <p:nvSpPr>
          <p:cNvPr id="8" name="TextBox 7">
            <a:extLst>
              <a:ext uri="{FF2B5EF4-FFF2-40B4-BE49-F238E27FC236}">
                <a16:creationId xmlns:a16="http://schemas.microsoft.com/office/drawing/2014/main" id="{1210B87C-3922-B1D8-2F2D-6A733B9461BE}"/>
              </a:ext>
            </a:extLst>
          </p:cNvPr>
          <p:cNvSpPr txBox="1"/>
          <p:nvPr/>
        </p:nvSpPr>
        <p:spPr>
          <a:xfrm>
            <a:off x="881821" y="5778473"/>
            <a:ext cx="10654748" cy="369332"/>
          </a:xfrm>
          <a:prstGeom prst="rect">
            <a:avLst/>
          </a:prstGeom>
          <a:noFill/>
        </p:spPr>
        <p:txBody>
          <a:bodyPr wrap="square">
            <a:spAutoFit/>
          </a:bodyPr>
          <a:lstStyle/>
          <a:p>
            <a:r>
              <a:rPr lang="en-US" dirty="0"/>
              <a:t>Hugging Face model repository view for </a:t>
            </a:r>
            <a:r>
              <a:rPr lang="en-US" dirty="0" err="1"/>
              <a:t>lerobot</a:t>
            </a:r>
            <a:r>
              <a:rPr lang="en-US" dirty="0"/>
              <a:t>/</a:t>
            </a:r>
            <a:r>
              <a:rPr lang="en-US" dirty="0" err="1"/>
              <a:t>smolvla_base</a:t>
            </a:r>
            <a:r>
              <a:rPr lang="en-US" dirty="0"/>
              <a:t>, used as the starting checkpoint for fine-tuning</a:t>
            </a:r>
            <a:endParaRPr lang="en-IN" dirty="0"/>
          </a:p>
        </p:txBody>
      </p:sp>
    </p:spTree>
    <p:custDataLst>
      <p:tags r:id="rId1"/>
    </p:custDataLst>
    <p:extLst>
      <p:ext uri="{BB962C8B-B14F-4D97-AF65-F5344CB8AC3E}">
        <p14:creationId xmlns:p14="http://schemas.microsoft.com/office/powerpoint/2010/main" val="1794204650"/>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181E3-245E-BCE6-5E64-6C0EA0D6954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CECF3C0-F0D4-99B0-0618-F62CAD95066D}"/>
              </a:ext>
            </a:extLst>
          </p:cNvPr>
          <p:cNvSpPr>
            <a:spLocks noGrp="1"/>
          </p:cNvSpPr>
          <p:nvPr>
            <p:ph type="title"/>
          </p:nvPr>
        </p:nvSpPr>
        <p:spPr>
          <a:xfrm>
            <a:off x="132522" y="122827"/>
            <a:ext cx="3306417" cy="937347"/>
          </a:xfrm>
        </p:spPr>
        <p:txBody>
          <a:bodyPr>
            <a:normAutofit fontScale="90000"/>
          </a:bodyPr>
          <a:lstStyle/>
          <a:p>
            <a:pPr algn="ctr"/>
            <a:r>
              <a:rPr lang="en-IN" dirty="0"/>
              <a:t>MODEL (VLA) for </a:t>
            </a:r>
            <a:br>
              <a:rPr lang="en-IN" dirty="0"/>
            </a:br>
            <a:r>
              <a:rPr lang="en-IN" dirty="0"/>
              <a:t>Robot policy</a:t>
            </a:r>
          </a:p>
        </p:txBody>
      </p:sp>
      <p:sp>
        <p:nvSpPr>
          <p:cNvPr id="11" name="TextBox 10">
            <a:extLst>
              <a:ext uri="{FF2B5EF4-FFF2-40B4-BE49-F238E27FC236}">
                <a16:creationId xmlns:a16="http://schemas.microsoft.com/office/drawing/2014/main" id="{930A71C9-BFC1-988A-EB75-CDBFBB01C276}"/>
              </a:ext>
            </a:extLst>
          </p:cNvPr>
          <p:cNvSpPr txBox="1"/>
          <p:nvPr/>
        </p:nvSpPr>
        <p:spPr>
          <a:xfrm>
            <a:off x="-10414" y="6519446"/>
            <a:ext cx="6097044" cy="338554"/>
          </a:xfrm>
          <a:prstGeom prst="rect">
            <a:avLst/>
          </a:prstGeom>
          <a:noFill/>
        </p:spPr>
        <p:txBody>
          <a:bodyPr wrap="square">
            <a:spAutoFit/>
          </a:bodyPr>
          <a:lstStyle/>
          <a:p>
            <a:r>
              <a:rPr lang="en-IN" sz="800" dirty="0"/>
              <a:t>https://huggingface.co/lerobot/smolvla_base</a:t>
            </a:r>
          </a:p>
          <a:p>
            <a:r>
              <a:rPr lang="en-IN" sz="800" dirty="0"/>
              <a:t>https://huggingface.co/spaces/lerobot/robot-learning-tutorial</a:t>
            </a:r>
          </a:p>
        </p:txBody>
      </p:sp>
      <p:pic>
        <p:nvPicPr>
          <p:cNvPr id="5" name="Picture 4">
            <a:extLst>
              <a:ext uri="{FF2B5EF4-FFF2-40B4-BE49-F238E27FC236}">
                <a16:creationId xmlns:a16="http://schemas.microsoft.com/office/drawing/2014/main" id="{CB9BAE1E-287A-369F-FE0E-6E9263342DDB}"/>
              </a:ext>
            </a:extLst>
          </p:cNvPr>
          <p:cNvPicPr>
            <a:picLocks noChangeAspect="1"/>
          </p:cNvPicPr>
          <p:nvPr/>
        </p:nvPicPr>
        <p:blipFill>
          <a:blip r:embed="rId4"/>
          <a:stretch>
            <a:fillRect/>
          </a:stretch>
        </p:blipFill>
        <p:spPr>
          <a:xfrm>
            <a:off x="132522" y="1108098"/>
            <a:ext cx="3691852" cy="4124914"/>
          </a:xfrm>
          <a:prstGeom prst="rect">
            <a:avLst/>
          </a:prstGeom>
        </p:spPr>
      </p:pic>
      <p:sp>
        <p:nvSpPr>
          <p:cNvPr id="6" name="Arrow: Left 5">
            <a:extLst>
              <a:ext uri="{FF2B5EF4-FFF2-40B4-BE49-F238E27FC236}">
                <a16:creationId xmlns:a16="http://schemas.microsoft.com/office/drawing/2014/main" id="{D8B8B495-866B-2AA3-4F2F-7CC64009CC09}"/>
              </a:ext>
            </a:extLst>
          </p:cNvPr>
          <p:cNvSpPr/>
          <p:nvPr/>
        </p:nvSpPr>
        <p:spPr>
          <a:xfrm>
            <a:off x="2036438" y="4918949"/>
            <a:ext cx="832136" cy="402650"/>
          </a:xfrm>
          <a:prstGeom prst="leftArrow">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2C493ED1-6703-BBA3-70C3-AA5241D5384F}"/>
              </a:ext>
            </a:extLst>
          </p:cNvPr>
          <p:cNvPicPr>
            <a:picLocks noChangeAspect="1"/>
          </p:cNvPicPr>
          <p:nvPr/>
        </p:nvPicPr>
        <p:blipFill>
          <a:blip r:embed="rId5"/>
          <a:stretch>
            <a:fillRect/>
          </a:stretch>
        </p:blipFill>
        <p:spPr>
          <a:xfrm>
            <a:off x="7100924" y="5018606"/>
            <a:ext cx="4478116" cy="1670117"/>
          </a:xfrm>
          <a:prstGeom prst="rect">
            <a:avLst/>
          </a:prstGeom>
        </p:spPr>
      </p:pic>
      <p:sp>
        <p:nvSpPr>
          <p:cNvPr id="12" name="Arrow: Left 11">
            <a:extLst>
              <a:ext uri="{FF2B5EF4-FFF2-40B4-BE49-F238E27FC236}">
                <a16:creationId xmlns:a16="http://schemas.microsoft.com/office/drawing/2014/main" id="{4E89CBD4-1C5B-0ACD-F316-B5FC1B7758E0}"/>
              </a:ext>
            </a:extLst>
          </p:cNvPr>
          <p:cNvSpPr/>
          <p:nvPr/>
        </p:nvSpPr>
        <p:spPr>
          <a:xfrm>
            <a:off x="11436626" y="5414308"/>
            <a:ext cx="582574" cy="402650"/>
          </a:xfrm>
          <a:prstGeom prst="leftArrow">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3F11CE8E-68B5-80E5-E874-CB81946093A5}"/>
              </a:ext>
            </a:extLst>
          </p:cNvPr>
          <p:cNvPicPr>
            <a:picLocks noChangeAspect="1"/>
          </p:cNvPicPr>
          <p:nvPr/>
        </p:nvPicPr>
        <p:blipFill>
          <a:blip r:embed="rId6"/>
          <a:srcRect b="6128"/>
          <a:stretch>
            <a:fillRect/>
          </a:stretch>
        </p:blipFill>
        <p:spPr>
          <a:xfrm>
            <a:off x="3092989" y="4954416"/>
            <a:ext cx="2635301" cy="1776543"/>
          </a:xfrm>
          <a:prstGeom prst="rect">
            <a:avLst/>
          </a:prstGeom>
        </p:spPr>
      </p:pic>
      <p:sp>
        <p:nvSpPr>
          <p:cNvPr id="15" name="Arrow: Left 14">
            <a:extLst>
              <a:ext uri="{FF2B5EF4-FFF2-40B4-BE49-F238E27FC236}">
                <a16:creationId xmlns:a16="http://schemas.microsoft.com/office/drawing/2014/main" id="{7FC88746-D801-A138-D0BB-D56AE7328468}"/>
              </a:ext>
            </a:extLst>
          </p:cNvPr>
          <p:cNvSpPr/>
          <p:nvPr/>
        </p:nvSpPr>
        <p:spPr>
          <a:xfrm>
            <a:off x="5703104" y="6259569"/>
            <a:ext cx="582574" cy="402650"/>
          </a:xfrm>
          <a:prstGeom prst="leftArrow">
            <a:avLst/>
          </a:prstGeom>
          <a:solidFill>
            <a:srgbClr val="FFC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pic>
        <p:nvPicPr>
          <p:cNvPr id="5126" name="Picture 6">
            <a:extLst>
              <a:ext uri="{FF2B5EF4-FFF2-40B4-BE49-F238E27FC236}">
                <a16:creationId xmlns:a16="http://schemas.microsoft.com/office/drawing/2014/main" id="{C66078AD-3EDA-74A9-4152-A5656D5D8D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90052" y="99658"/>
            <a:ext cx="7301948" cy="474138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634635018"/>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BAD7-5CB0-31A6-9D42-BAF13123801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9BF5A7B3-08CB-34FC-8428-44E2BC3464E2}"/>
              </a:ext>
            </a:extLst>
          </p:cNvPr>
          <p:cNvSpPr>
            <a:spLocks noGrp="1"/>
          </p:cNvSpPr>
          <p:nvPr>
            <p:ph type="title"/>
          </p:nvPr>
        </p:nvSpPr>
        <p:spPr>
          <a:xfrm>
            <a:off x="161393" y="185531"/>
            <a:ext cx="4325711" cy="523876"/>
          </a:xfrm>
        </p:spPr>
        <p:txBody>
          <a:bodyPr>
            <a:normAutofit fontScale="90000"/>
          </a:bodyPr>
          <a:lstStyle/>
          <a:p>
            <a:r>
              <a:rPr lang="en-IN" dirty="0"/>
              <a:t>TRAINER</a:t>
            </a:r>
          </a:p>
        </p:txBody>
      </p:sp>
      <p:sp>
        <p:nvSpPr>
          <p:cNvPr id="11" name="TextBox 10">
            <a:extLst>
              <a:ext uri="{FF2B5EF4-FFF2-40B4-BE49-F238E27FC236}">
                <a16:creationId xmlns:a16="http://schemas.microsoft.com/office/drawing/2014/main" id="{760CDC9E-B93D-398C-A9B3-A944F8FBC7A5}"/>
              </a:ext>
            </a:extLst>
          </p:cNvPr>
          <p:cNvSpPr txBox="1"/>
          <p:nvPr/>
        </p:nvSpPr>
        <p:spPr>
          <a:xfrm>
            <a:off x="-1045" y="6596390"/>
            <a:ext cx="7859583" cy="261610"/>
          </a:xfrm>
          <a:prstGeom prst="rect">
            <a:avLst/>
          </a:prstGeom>
          <a:noFill/>
        </p:spPr>
        <p:txBody>
          <a:bodyPr wrap="square">
            <a:spAutoFit/>
          </a:bodyPr>
          <a:lstStyle/>
          <a:p>
            <a:r>
              <a:rPr lang="en-IN" sz="1100" dirty="0"/>
              <a:t>https://github.com/kgaero/LeRobotSmolVLA/blob/main/libero_smolvla_eval/multigpu-finetune-smolvla-ipynb.ipynb</a:t>
            </a:r>
          </a:p>
        </p:txBody>
      </p:sp>
      <p:pic>
        <p:nvPicPr>
          <p:cNvPr id="3" name="Picture 2">
            <a:extLst>
              <a:ext uri="{FF2B5EF4-FFF2-40B4-BE49-F238E27FC236}">
                <a16:creationId xmlns:a16="http://schemas.microsoft.com/office/drawing/2014/main" id="{6C2BA8F4-6FFE-F166-4823-A8E173443B66}"/>
              </a:ext>
            </a:extLst>
          </p:cNvPr>
          <p:cNvPicPr>
            <a:picLocks noChangeAspect="1"/>
          </p:cNvPicPr>
          <p:nvPr/>
        </p:nvPicPr>
        <p:blipFill>
          <a:blip r:embed="rId4"/>
          <a:stretch>
            <a:fillRect/>
          </a:stretch>
        </p:blipFill>
        <p:spPr>
          <a:xfrm>
            <a:off x="4933989" y="66261"/>
            <a:ext cx="7171872" cy="4068744"/>
          </a:xfrm>
          <a:prstGeom prst="rect">
            <a:avLst/>
          </a:prstGeom>
        </p:spPr>
      </p:pic>
      <p:sp>
        <p:nvSpPr>
          <p:cNvPr id="4" name="Subtitle 2">
            <a:extLst>
              <a:ext uri="{FF2B5EF4-FFF2-40B4-BE49-F238E27FC236}">
                <a16:creationId xmlns:a16="http://schemas.microsoft.com/office/drawing/2014/main" id="{FE7F51FE-0DF3-33E0-F27D-487B6EC6D7BA}"/>
              </a:ext>
            </a:extLst>
          </p:cNvPr>
          <p:cNvSpPr>
            <a:spLocks noGrp="1"/>
          </p:cNvSpPr>
          <p:nvPr>
            <p:ph type="body" sz="half" idx="2"/>
          </p:nvPr>
        </p:nvSpPr>
        <p:spPr>
          <a:xfrm>
            <a:off x="86139" y="1547313"/>
            <a:ext cx="5029200" cy="4475801"/>
          </a:xfrm>
        </p:spPr>
        <p:txBody>
          <a:bodyPr vert="horz" lIns="91440" tIns="45720" rIns="91440" bIns="45720" rtlCol="0" anchor="t">
            <a:normAutofit/>
          </a:bodyPr>
          <a:lstStyle/>
          <a:p>
            <a:pPr marL="342900" indent="-342900">
              <a:buFont typeface="+mj-lt"/>
              <a:buAutoNum type="arabicPeriod"/>
            </a:pPr>
            <a:r>
              <a:rPr lang="en-US" dirty="0"/>
              <a:t>--</a:t>
            </a:r>
            <a:r>
              <a:rPr lang="en-US" dirty="0" err="1"/>
              <a:t>multi_gpu</a:t>
            </a:r>
            <a:r>
              <a:rPr lang="en-US" dirty="0"/>
              <a:t> and --</a:t>
            </a:r>
            <a:r>
              <a:rPr lang="en-US" dirty="0" err="1"/>
              <a:t>num_processes</a:t>
            </a:r>
            <a:r>
              <a:rPr lang="en-US" dirty="0"/>
              <a:t>={NUM_GPUS} allowed training to use both Kaggle T4 GPUs instead of only one.</a:t>
            </a:r>
          </a:p>
          <a:p>
            <a:pPr marL="342900" indent="-342900">
              <a:buFont typeface="+mj-lt"/>
              <a:buAutoNum type="arabicPeriod"/>
            </a:pPr>
            <a:r>
              <a:rPr lang="en-US" dirty="0"/>
              <a:t>--</a:t>
            </a:r>
            <a:r>
              <a:rPr lang="en-US" dirty="0" err="1"/>
              <a:t>policy.path</a:t>
            </a:r>
            <a:r>
              <a:rPr lang="en-US" dirty="0"/>
              <a:t>=</a:t>
            </a:r>
            <a:r>
              <a:rPr lang="en-US" dirty="0" err="1"/>
              <a:t>lerobot</a:t>
            </a:r>
            <a:r>
              <a:rPr lang="en-US" dirty="0"/>
              <a:t>/</a:t>
            </a:r>
            <a:r>
              <a:rPr lang="en-US" dirty="0" err="1"/>
              <a:t>smolvla_base</a:t>
            </a:r>
            <a:r>
              <a:rPr lang="en-US" dirty="0"/>
              <a:t> started from a pretrained checkpoint, which is far more data-efficient than training from scratch.</a:t>
            </a:r>
          </a:p>
          <a:p>
            <a:pPr marL="342900" indent="-342900">
              <a:buFont typeface="+mj-lt"/>
              <a:buAutoNum type="arabicPeriod"/>
            </a:pPr>
            <a:r>
              <a:rPr lang="en-US" dirty="0"/>
              <a:t>--</a:t>
            </a:r>
            <a:r>
              <a:rPr lang="en-US" dirty="0" err="1"/>
              <a:t>rename_map</a:t>
            </a:r>
            <a:r>
              <a:rPr lang="en-US" dirty="0"/>
              <a:t> fixed image key mismatches between the dataset schema and the model’s expected camera inputs.</a:t>
            </a:r>
          </a:p>
          <a:p>
            <a:pPr marL="342900" indent="-342900">
              <a:buFont typeface="+mj-lt"/>
              <a:buAutoNum type="arabicPeriod"/>
            </a:pPr>
            <a:r>
              <a:rPr lang="en-US" dirty="0"/>
              <a:t>--</a:t>
            </a:r>
            <a:r>
              <a:rPr lang="en-US" dirty="0" err="1"/>
              <a:t>policy.empty_cameras</a:t>
            </a:r>
            <a:r>
              <a:rPr lang="en-US" dirty="0"/>
              <a:t>=1 allowed training to continue even when some camera streams were missing.</a:t>
            </a:r>
          </a:p>
          <a:p>
            <a:pPr marL="342900" indent="-342900">
              <a:buFont typeface="+mj-lt"/>
              <a:buAutoNum type="arabicPeriod"/>
            </a:pPr>
            <a:r>
              <a:rPr lang="en-US" dirty="0"/>
              <a:t>--</a:t>
            </a:r>
            <a:r>
              <a:rPr lang="en-US" dirty="0" err="1"/>
              <a:t>mixed_precision</a:t>
            </a:r>
            <a:r>
              <a:rPr lang="en-US" dirty="0"/>
              <a:t>=fp16 reduced memory usage and improved throughput on limited hardware.</a:t>
            </a:r>
          </a:p>
          <a:p>
            <a:pPr marL="342900" indent="-342900">
              <a:buFont typeface="+mj-lt"/>
              <a:buAutoNum type="arabicPeriod"/>
            </a:pPr>
            <a:r>
              <a:rPr lang="en-US" dirty="0"/>
              <a:t>--</a:t>
            </a:r>
            <a:r>
              <a:rPr lang="en-US" dirty="0" err="1"/>
              <a:t>policy.push_to_hub</a:t>
            </a:r>
            <a:r>
              <a:rPr lang="en-US" dirty="0"/>
              <a:t>=true automatically versioned and uploaded trained checkpoints to Hugging Face.</a:t>
            </a:r>
          </a:p>
          <a:p>
            <a:pPr marL="342900" indent="-342900">
              <a:buFont typeface="+mj-lt"/>
              <a:buAutoNum type="arabicPeriod"/>
            </a:pPr>
            <a:endParaRPr lang="en-IN" dirty="0"/>
          </a:p>
        </p:txBody>
      </p:sp>
    </p:spTree>
    <p:custDataLst>
      <p:tags r:id="rId1"/>
    </p:custDataLst>
    <p:extLst>
      <p:ext uri="{BB962C8B-B14F-4D97-AF65-F5344CB8AC3E}">
        <p14:creationId xmlns:p14="http://schemas.microsoft.com/office/powerpoint/2010/main" val="2853330790"/>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7B06-6C47-758C-B638-7020E78C531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9E32A50-DC74-F958-7A27-C19600307912}"/>
              </a:ext>
            </a:extLst>
          </p:cNvPr>
          <p:cNvSpPr>
            <a:spLocks noGrp="1"/>
          </p:cNvSpPr>
          <p:nvPr>
            <p:ph type="title"/>
          </p:nvPr>
        </p:nvSpPr>
        <p:spPr>
          <a:xfrm>
            <a:off x="114374" y="100519"/>
            <a:ext cx="3186234" cy="571433"/>
          </a:xfrm>
        </p:spPr>
        <p:txBody>
          <a:bodyPr/>
          <a:lstStyle/>
          <a:p>
            <a:r>
              <a:rPr lang="en-IN" dirty="0"/>
              <a:t>TRAINED MODEL</a:t>
            </a:r>
          </a:p>
        </p:txBody>
      </p:sp>
      <p:sp>
        <p:nvSpPr>
          <p:cNvPr id="11" name="TextBox 10">
            <a:extLst>
              <a:ext uri="{FF2B5EF4-FFF2-40B4-BE49-F238E27FC236}">
                <a16:creationId xmlns:a16="http://schemas.microsoft.com/office/drawing/2014/main" id="{93C83F53-11FC-89B9-7E3B-592ADE9BA2C7}"/>
              </a:ext>
            </a:extLst>
          </p:cNvPr>
          <p:cNvSpPr txBox="1"/>
          <p:nvPr/>
        </p:nvSpPr>
        <p:spPr>
          <a:xfrm>
            <a:off x="-1044" y="6596390"/>
            <a:ext cx="6097044" cy="261610"/>
          </a:xfrm>
          <a:prstGeom prst="rect">
            <a:avLst/>
          </a:prstGeom>
          <a:noFill/>
        </p:spPr>
        <p:txBody>
          <a:bodyPr wrap="square">
            <a:spAutoFit/>
          </a:bodyPr>
          <a:lstStyle/>
          <a:p>
            <a:r>
              <a:rPr lang="en-IN" sz="1100" dirty="0"/>
              <a:t>https://huggingface.co/kgaero/smolvla-libero-kaggle-test/tree/main</a:t>
            </a:r>
          </a:p>
        </p:txBody>
      </p:sp>
      <p:pic>
        <p:nvPicPr>
          <p:cNvPr id="4" name="Picture 3">
            <a:extLst>
              <a:ext uri="{FF2B5EF4-FFF2-40B4-BE49-F238E27FC236}">
                <a16:creationId xmlns:a16="http://schemas.microsoft.com/office/drawing/2014/main" id="{90376982-F17F-B8B7-AA5A-D446F18B7DC5}"/>
              </a:ext>
            </a:extLst>
          </p:cNvPr>
          <p:cNvPicPr>
            <a:picLocks noChangeAspect="1"/>
          </p:cNvPicPr>
          <p:nvPr/>
        </p:nvPicPr>
        <p:blipFill>
          <a:blip r:embed="rId4"/>
          <a:stretch>
            <a:fillRect/>
          </a:stretch>
        </p:blipFill>
        <p:spPr>
          <a:xfrm>
            <a:off x="554861" y="588890"/>
            <a:ext cx="11522765" cy="5542839"/>
          </a:xfrm>
          <a:prstGeom prst="rect">
            <a:avLst/>
          </a:prstGeom>
        </p:spPr>
      </p:pic>
    </p:spTree>
    <p:custDataLst>
      <p:tags r:id="rId1"/>
    </p:custDataLst>
    <p:extLst>
      <p:ext uri="{BB962C8B-B14F-4D97-AF65-F5344CB8AC3E}">
        <p14:creationId xmlns:p14="http://schemas.microsoft.com/office/powerpoint/2010/main" val="2512491946"/>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C5E9-7FC6-72AE-76C7-1105FF5794E8}"/>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BAC4A8A-6CED-3DAC-7A25-8C9AB73C93F3}"/>
              </a:ext>
            </a:extLst>
          </p:cNvPr>
          <p:cNvSpPr>
            <a:spLocks noGrp="1"/>
          </p:cNvSpPr>
          <p:nvPr>
            <p:ph type="title"/>
          </p:nvPr>
        </p:nvSpPr>
        <p:spPr>
          <a:xfrm>
            <a:off x="0" y="116201"/>
            <a:ext cx="7938052" cy="546408"/>
          </a:xfrm>
        </p:spPr>
        <p:txBody>
          <a:bodyPr>
            <a:noAutofit/>
          </a:bodyPr>
          <a:lstStyle/>
          <a:p>
            <a:pPr algn="ctr"/>
            <a:r>
              <a:rPr lang="en-IN" dirty="0"/>
              <a:t>MODEL (VLA) for  Robot policy Inference</a:t>
            </a:r>
          </a:p>
        </p:txBody>
      </p:sp>
      <p:sp>
        <p:nvSpPr>
          <p:cNvPr id="11" name="TextBox 10">
            <a:extLst>
              <a:ext uri="{FF2B5EF4-FFF2-40B4-BE49-F238E27FC236}">
                <a16:creationId xmlns:a16="http://schemas.microsoft.com/office/drawing/2014/main" id="{9964AD77-D5EC-C111-5B14-624B1D34756C}"/>
              </a:ext>
            </a:extLst>
          </p:cNvPr>
          <p:cNvSpPr txBox="1"/>
          <p:nvPr/>
        </p:nvSpPr>
        <p:spPr>
          <a:xfrm>
            <a:off x="-10414" y="6519446"/>
            <a:ext cx="6097044" cy="338554"/>
          </a:xfrm>
          <a:prstGeom prst="rect">
            <a:avLst/>
          </a:prstGeom>
          <a:noFill/>
        </p:spPr>
        <p:txBody>
          <a:bodyPr wrap="square">
            <a:spAutoFit/>
          </a:bodyPr>
          <a:lstStyle/>
          <a:p>
            <a:r>
              <a:rPr lang="en-IN" sz="800" dirty="0">
                <a:hlinkClick r:id="rId4"/>
              </a:rPr>
              <a:t>https://huggingface.co/HuggingFaceVLA/smolvla_libero</a:t>
            </a:r>
            <a:endParaRPr lang="en-IN" sz="800" dirty="0"/>
          </a:p>
          <a:p>
            <a:r>
              <a:rPr lang="en-IN" sz="800" dirty="0"/>
              <a:t>https://huggingface.co/spaces/lerobot/robot-learning-tutorial</a:t>
            </a:r>
          </a:p>
        </p:txBody>
      </p:sp>
      <p:pic>
        <p:nvPicPr>
          <p:cNvPr id="3" name="Picture 2">
            <a:extLst>
              <a:ext uri="{FF2B5EF4-FFF2-40B4-BE49-F238E27FC236}">
                <a16:creationId xmlns:a16="http://schemas.microsoft.com/office/drawing/2014/main" id="{B26F9836-F34B-396A-34C6-7E09DD86B56B}"/>
              </a:ext>
            </a:extLst>
          </p:cNvPr>
          <p:cNvPicPr>
            <a:picLocks noChangeAspect="1"/>
          </p:cNvPicPr>
          <p:nvPr/>
        </p:nvPicPr>
        <p:blipFill>
          <a:blip r:embed="rId5"/>
          <a:stretch>
            <a:fillRect/>
          </a:stretch>
        </p:blipFill>
        <p:spPr>
          <a:xfrm>
            <a:off x="2291681" y="864947"/>
            <a:ext cx="9900319" cy="5509348"/>
          </a:xfrm>
          <a:prstGeom prst="rect">
            <a:avLst/>
          </a:prstGeom>
        </p:spPr>
      </p:pic>
    </p:spTree>
    <p:custDataLst>
      <p:tags r:id="rId1"/>
    </p:custDataLst>
    <p:extLst>
      <p:ext uri="{BB962C8B-B14F-4D97-AF65-F5344CB8AC3E}">
        <p14:creationId xmlns:p14="http://schemas.microsoft.com/office/powerpoint/2010/main" val="489674426"/>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BAD93-48B7-4221-DCF3-FF1C5F66F02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2E64AC5-8FC2-E85E-209A-569FE49C8EDA}"/>
              </a:ext>
            </a:extLst>
          </p:cNvPr>
          <p:cNvSpPr>
            <a:spLocks noGrp="1"/>
          </p:cNvSpPr>
          <p:nvPr>
            <p:ph type="body" sz="quarter" idx="10"/>
          </p:nvPr>
        </p:nvSpPr>
        <p:spPr>
          <a:xfrm>
            <a:off x="351183" y="1139687"/>
            <a:ext cx="11648660" cy="4851717"/>
          </a:xfrm>
        </p:spPr>
        <p:txBody>
          <a:bodyPr/>
          <a:lstStyle/>
          <a:p>
            <a:pPr marL="342900" indent="-342900">
              <a:buAutoNum type="arabicPeriod"/>
            </a:pPr>
            <a:r>
              <a:rPr lang="en-US" dirty="0"/>
              <a:t>Rendering and viewer instability - </a:t>
            </a:r>
            <a:r>
              <a:rPr lang="en-IN" dirty="0"/>
              <a:t>MuJoCo native viewer worked better than Matplotlib and </a:t>
            </a:r>
            <a:r>
              <a:rPr lang="en-IN" dirty="0" err="1"/>
              <a:t>Robosuite</a:t>
            </a:r>
            <a:endParaRPr lang="en-IN" dirty="0"/>
          </a:p>
          <a:p>
            <a:pPr marL="342900" indent="-342900">
              <a:buAutoNum type="arabicPeriod"/>
            </a:pPr>
            <a:endParaRPr lang="en-IN" dirty="0"/>
          </a:p>
          <a:p>
            <a:pPr marL="342900" indent="-342900">
              <a:buAutoNum type="arabicPeriod"/>
            </a:pPr>
            <a:r>
              <a:rPr lang="en-US" dirty="0"/>
              <a:t>Simulation speed was too slow - increased action chunking from 1 to 10 using </a:t>
            </a:r>
            <a:r>
              <a:rPr lang="en-US" dirty="0" err="1"/>
              <a:t>chunk_size</a:t>
            </a:r>
            <a:r>
              <a:rPr lang="en-US" dirty="0"/>
              <a:t>=50 and </a:t>
            </a:r>
            <a:r>
              <a:rPr lang="en-US" dirty="0" err="1"/>
              <a:t>n_action_steps</a:t>
            </a:r>
            <a:r>
              <a:rPr lang="en-US" dirty="0"/>
              <a:t>=10, which gave roughly a 10× speed improvement over the default setup.</a:t>
            </a:r>
          </a:p>
          <a:p>
            <a:pPr marL="342900" indent="-342900">
              <a:buAutoNum type="arabicPeriod"/>
            </a:pPr>
            <a:endParaRPr lang="en-US" dirty="0"/>
          </a:p>
          <a:p>
            <a:pPr marL="342900" indent="-342900">
              <a:buAutoNum type="arabicPeriod"/>
            </a:pPr>
            <a:r>
              <a:rPr lang="en-US" dirty="0"/>
              <a:t>Large dataset uploads to Hugging Face were failing - switched from </a:t>
            </a:r>
            <a:r>
              <a:rPr lang="en-US" dirty="0" err="1"/>
              <a:t>upload_folder</a:t>
            </a:r>
            <a:r>
              <a:rPr lang="en-US" dirty="0"/>
              <a:t> to </a:t>
            </a:r>
            <a:r>
              <a:rPr lang="en-US" dirty="0" err="1"/>
              <a:t>HfApi.upload_large_folder</a:t>
            </a:r>
            <a:endParaRPr lang="en-US" dirty="0"/>
          </a:p>
          <a:p>
            <a:pPr marL="342900" indent="-342900">
              <a:buAutoNum type="arabicPeriod"/>
            </a:pPr>
            <a:endParaRPr lang="en-US" dirty="0"/>
          </a:p>
          <a:p>
            <a:pPr marL="342900" indent="-342900">
              <a:buAutoNum type="arabicPeriod"/>
            </a:pPr>
            <a:r>
              <a:rPr lang="en-US" dirty="0"/>
              <a:t>Task 0 failed during inference: Training on a larger LIBERO-scale dataset improved the behavior, and the strongest results came from using Hugging Face’s already trained LIBERO policy: </a:t>
            </a:r>
            <a:r>
              <a:rPr lang="en-US" dirty="0" err="1"/>
              <a:t>HuggingFaceVLA</a:t>
            </a:r>
            <a:r>
              <a:rPr lang="en-US" dirty="0"/>
              <a:t>/</a:t>
            </a:r>
            <a:r>
              <a:rPr lang="en-US" dirty="0" err="1"/>
              <a:t>smolvla_libero</a:t>
            </a:r>
            <a:endParaRPr lang="en-US" dirty="0"/>
          </a:p>
          <a:p>
            <a:pPr marL="342900" indent="-342900">
              <a:buAutoNum type="arabicPeriod"/>
            </a:pPr>
            <a:endParaRPr lang="en-US" dirty="0"/>
          </a:p>
          <a:p>
            <a:pPr marL="342900" indent="-342900">
              <a:buAutoNum type="arabicPeriod"/>
            </a:pPr>
            <a:r>
              <a:rPr lang="en-IN" dirty="0"/>
              <a:t>Kaggle hardware was underutilized: </a:t>
            </a:r>
            <a:r>
              <a:rPr lang="en-US" dirty="0"/>
              <a:t>enabled distributed multi-GPU training so both GPUs could be used</a:t>
            </a:r>
            <a:endParaRPr lang="en-IN" dirty="0"/>
          </a:p>
        </p:txBody>
      </p:sp>
      <p:sp>
        <p:nvSpPr>
          <p:cNvPr id="9" name="Title 8">
            <a:extLst>
              <a:ext uri="{FF2B5EF4-FFF2-40B4-BE49-F238E27FC236}">
                <a16:creationId xmlns:a16="http://schemas.microsoft.com/office/drawing/2014/main" id="{446E6969-E39F-9E11-02C8-EFBFCF80272E}"/>
              </a:ext>
            </a:extLst>
          </p:cNvPr>
          <p:cNvSpPr>
            <a:spLocks noGrp="1"/>
          </p:cNvSpPr>
          <p:nvPr>
            <p:ph type="title"/>
          </p:nvPr>
        </p:nvSpPr>
        <p:spPr/>
        <p:txBody>
          <a:bodyPr>
            <a:noAutofit/>
          </a:bodyPr>
          <a:lstStyle/>
          <a:p>
            <a:pPr algn="ctr"/>
            <a:r>
              <a:rPr lang="en-IN" dirty="0"/>
              <a:t>Challenges addressed</a:t>
            </a:r>
          </a:p>
        </p:txBody>
      </p:sp>
    </p:spTree>
    <p:custDataLst>
      <p:tags r:id="rId1"/>
    </p:custDataLst>
    <p:extLst>
      <p:ext uri="{BB962C8B-B14F-4D97-AF65-F5344CB8AC3E}">
        <p14:creationId xmlns:p14="http://schemas.microsoft.com/office/powerpoint/2010/main" val="839032504"/>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BFAE3-44BF-41D2-41D5-7CC0397382B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B78A005-FDDD-9720-02AA-171CECB8607D}"/>
              </a:ext>
            </a:extLst>
          </p:cNvPr>
          <p:cNvSpPr>
            <a:spLocks noGrp="1"/>
          </p:cNvSpPr>
          <p:nvPr>
            <p:ph type="body" sz="quarter" idx="10"/>
          </p:nvPr>
        </p:nvSpPr>
        <p:spPr>
          <a:xfrm>
            <a:off x="351183" y="974037"/>
            <a:ext cx="11648660" cy="5267738"/>
          </a:xfrm>
        </p:spPr>
        <p:txBody>
          <a:bodyPr/>
          <a:lstStyle/>
          <a:p>
            <a:pPr marL="342900" indent="-342900">
              <a:buAutoNum type="arabicPeriod"/>
            </a:pPr>
            <a:r>
              <a:rPr lang="en-US" dirty="0"/>
              <a:t>Small-to-mid scale data is not enough for robust policy success: </a:t>
            </a:r>
          </a:p>
          <a:p>
            <a:pPr lvl="1"/>
            <a:r>
              <a:rPr lang="en-US" dirty="0"/>
              <a:t>	Training </a:t>
            </a:r>
            <a:r>
              <a:rPr lang="en-IN" dirty="0"/>
              <a:t> SmolVLA policy with 53K records not sufficient. Need larger training dataset</a:t>
            </a:r>
          </a:p>
          <a:p>
            <a:pPr marL="342900" indent="-342900">
              <a:buAutoNum type="arabicPeriod"/>
            </a:pPr>
            <a:endParaRPr lang="en-IN" dirty="0"/>
          </a:p>
          <a:p>
            <a:pPr marL="342900" indent="-342900">
              <a:buAutoNum type="arabicPeriod"/>
            </a:pPr>
            <a:r>
              <a:rPr lang="en-US" dirty="0"/>
              <a:t>Teleoperation data collection does not scale well on desktop simulation: </a:t>
            </a:r>
          </a:p>
          <a:p>
            <a:pPr lvl="1"/>
            <a:r>
              <a:rPr lang="en-US" dirty="0"/>
              <a:t>	Each episode took about 12 minutes total. Hence difficult to scale with teleoperation</a:t>
            </a:r>
          </a:p>
          <a:p>
            <a:pPr lvl="1"/>
            <a:endParaRPr lang="en-US" dirty="0"/>
          </a:p>
          <a:p>
            <a:pPr marL="342900" indent="-342900">
              <a:buFont typeface="+mj-lt"/>
              <a:buAutoNum type="arabicPeriod"/>
            </a:pPr>
            <a:r>
              <a:rPr lang="en-US" dirty="0"/>
              <a:t>Memory-optimized VLA tooling still feels limited</a:t>
            </a:r>
          </a:p>
          <a:p>
            <a:r>
              <a:rPr lang="en-US" dirty="0"/>
              <a:t>	Unable to find </a:t>
            </a:r>
            <a:r>
              <a:rPr lang="en-US" dirty="0" err="1"/>
              <a:t>Unsloth</a:t>
            </a:r>
            <a:r>
              <a:rPr lang="en-US" dirty="0"/>
              <a:t>-style memory-optimized workflow for VLA training</a:t>
            </a:r>
          </a:p>
          <a:p>
            <a:endParaRPr lang="en-US" dirty="0"/>
          </a:p>
          <a:p>
            <a:r>
              <a:rPr lang="en-US" b="1" u="sng" dirty="0"/>
              <a:t>Central limitation:</a:t>
            </a:r>
          </a:p>
          <a:p>
            <a:pPr marL="285750" indent="-285750">
              <a:buFont typeface="Arial" panose="020B0604020202020204" pitchFamily="34" charset="0"/>
              <a:buChar char="•"/>
            </a:pPr>
            <a:r>
              <a:rPr lang="en-US" dirty="0"/>
              <a:t>Without enough data, policy performance stalls. </a:t>
            </a:r>
          </a:p>
          <a:p>
            <a:pPr marL="285750" indent="-285750">
              <a:buFont typeface="Arial" panose="020B0604020202020204" pitchFamily="34" charset="0"/>
              <a:buChar char="•"/>
            </a:pPr>
            <a:r>
              <a:rPr lang="en-US" dirty="0"/>
              <a:t>Solving that requires either large-scale data collection or access to high-quality existing datasets.</a:t>
            </a:r>
          </a:p>
          <a:p>
            <a:pPr marL="285750" indent="-285750">
              <a:buFont typeface="Arial" panose="020B0604020202020204" pitchFamily="34" charset="0"/>
              <a:buChar char="•"/>
            </a:pPr>
            <a:r>
              <a:rPr lang="en-US" b="1" u="sng" dirty="0"/>
              <a:t>Manual</a:t>
            </a:r>
            <a:r>
              <a:rPr lang="en-US" b="1" dirty="0"/>
              <a:t> Teleoperation of virtual/physical is NOT a scalable solution to collect large training dataset</a:t>
            </a:r>
          </a:p>
          <a:p>
            <a:pPr marL="285750" indent="-285750">
              <a:buFont typeface="Arial" panose="020B0604020202020204" pitchFamily="34" charset="0"/>
              <a:buChar char="•"/>
            </a:pPr>
            <a:r>
              <a:rPr lang="en-US" b="1" dirty="0"/>
              <a:t>Automated Large robot data generation and collection is key to scalable Training dataset</a:t>
            </a:r>
          </a:p>
          <a:p>
            <a:pPr marL="342900" indent="-342900">
              <a:buAutoNum type="arabicPeriod"/>
            </a:pPr>
            <a:endParaRPr lang="en-IN" dirty="0"/>
          </a:p>
        </p:txBody>
      </p:sp>
      <p:sp>
        <p:nvSpPr>
          <p:cNvPr id="9" name="Title 8">
            <a:extLst>
              <a:ext uri="{FF2B5EF4-FFF2-40B4-BE49-F238E27FC236}">
                <a16:creationId xmlns:a16="http://schemas.microsoft.com/office/drawing/2014/main" id="{57C46652-EFCE-3800-AB96-0FEC26AB64BE}"/>
              </a:ext>
            </a:extLst>
          </p:cNvPr>
          <p:cNvSpPr>
            <a:spLocks noGrp="1"/>
          </p:cNvSpPr>
          <p:nvPr>
            <p:ph type="title"/>
          </p:nvPr>
        </p:nvSpPr>
        <p:spPr/>
        <p:txBody>
          <a:bodyPr>
            <a:noAutofit/>
          </a:bodyPr>
          <a:lstStyle/>
          <a:p>
            <a:pPr algn="ctr"/>
            <a:r>
              <a:rPr lang="en-IN" dirty="0"/>
              <a:t>Lesson Learned</a:t>
            </a:r>
          </a:p>
        </p:txBody>
      </p:sp>
    </p:spTree>
    <p:custDataLst>
      <p:tags r:id="rId1"/>
    </p:custDataLst>
    <p:extLst>
      <p:ext uri="{BB962C8B-B14F-4D97-AF65-F5344CB8AC3E}">
        <p14:creationId xmlns:p14="http://schemas.microsoft.com/office/powerpoint/2010/main" val="2260301985"/>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D82E3CF-B6A4-E495-13C3-984CF16A168B}"/>
              </a:ext>
            </a:extLst>
          </p:cNvPr>
          <p:cNvSpPr>
            <a:spLocks noGrp="1"/>
          </p:cNvSpPr>
          <p:nvPr>
            <p:ph type="title"/>
          </p:nvPr>
        </p:nvSpPr>
        <p:spPr/>
        <p:txBody>
          <a:bodyPr/>
          <a:lstStyle/>
          <a:p>
            <a:r>
              <a:rPr lang="en-IN"/>
              <a:t>Thank you</a:t>
            </a:r>
          </a:p>
        </p:txBody>
      </p:sp>
      <p:sp>
        <p:nvSpPr>
          <p:cNvPr id="5" name="Slide Number Placeholder 4">
            <a:extLst>
              <a:ext uri="{FF2B5EF4-FFF2-40B4-BE49-F238E27FC236}">
                <a16:creationId xmlns:a16="http://schemas.microsoft.com/office/drawing/2014/main" id="{7282F2BE-E17A-18B2-EAAD-B01CCD9A7AF0}"/>
              </a:ext>
            </a:extLst>
          </p:cNvPr>
          <p:cNvSpPr>
            <a:spLocks noGrp="1"/>
          </p:cNvSpPr>
          <p:nvPr>
            <p:ph type="sldNum" sz="quarter" idx="4294967295"/>
          </p:nvPr>
        </p:nvSpPr>
        <p:spPr>
          <a:xfrm>
            <a:off x="11091863" y="6289675"/>
            <a:ext cx="1100137" cy="365125"/>
          </a:xfrm>
        </p:spPr>
        <p:txBody>
          <a:bodyPr/>
          <a:lstStyle/>
          <a:p>
            <a:fld id="{3086EA1D-707D-B54C-8FFB-433BD1A27D0B}" type="slidenum">
              <a:rPr lang="en-US" smtClean="0"/>
              <a:pPr/>
              <a:t>17</a:t>
            </a:fld>
            <a:endParaRPr lang="en-US"/>
          </a:p>
        </p:txBody>
      </p:sp>
    </p:spTree>
    <p:extLst>
      <p:ext uri="{BB962C8B-B14F-4D97-AF65-F5344CB8AC3E}">
        <p14:creationId xmlns:p14="http://schemas.microsoft.com/office/powerpoint/2010/main" val="2235171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457D2-B31C-AC48-C355-BDE7408F331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99084F5-B1F8-90A0-2083-2093BCE4ED10}"/>
              </a:ext>
            </a:extLst>
          </p:cNvPr>
          <p:cNvSpPr txBox="1"/>
          <p:nvPr/>
        </p:nvSpPr>
        <p:spPr>
          <a:xfrm>
            <a:off x="-1044" y="6596390"/>
            <a:ext cx="6097044" cy="261610"/>
          </a:xfrm>
          <a:prstGeom prst="rect">
            <a:avLst/>
          </a:prstGeom>
          <a:noFill/>
        </p:spPr>
        <p:txBody>
          <a:bodyPr wrap="square">
            <a:spAutoFit/>
          </a:bodyPr>
          <a:lstStyle/>
          <a:p>
            <a:r>
              <a:rPr lang="en-IN" sz="1100" dirty="0"/>
              <a:t>https://docs.phospho.ai/learn/lerobot-dataset</a:t>
            </a:r>
          </a:p>
        </p:txBody>
      </p:sp>
      <p:pic>
        <p:nvPicPr>
          <p:cNvPr id="3" name="Picture 2">
            <a:extLst>
              <a:ext uri="{FF2B5EF4-FFF2-40B4-BE49-F238E27FC236}">
                <a16:creationId xmlns:a16="http://schemas.microsoft.com/office/drawing/2014/main" id="{DAD8F335-7BA8-683E-F1CF-E026446EED3D}"/>
              </a:ext>
            </a:extLst>
          </p:cNvPr>
          <p:cNvPicPr>
            <a:picLocks noChangeAspect="1"/>
          </p:cNvPicPr>
          <p:nvPr/>
        </p:nvPicPr>
        <p:blipFill>
          <a:blip r:embed="rId4"/>
          <a:stretch>
            <a:fillRect/>
          </a:stretch>
        </p:blipFill>
        <p:spPr>
          <a:xfrm>
            <a:off x="4929808" y="195010"/>
            <a:ext cx="7109791" cy="6467979"/>
          </a:xfrm>
          <a:prstGeom prst="rect">
            <a:avLst/>
          </a:prstGeom>
        </p:spPr>
      </p:pic>
    </p:spTree>
    <p:custDataLst>
      <p:tags r:id="rId1"/>
    </p:custDataLst>
    <p:extLst>
      <p:ext uri="{BB962C8B-B14F-4D97-AF65-F5344CB8AC3E}">
        <p14:creationId xmlns:p14="http://schemas.microsoft.com/office/powerpoint/2010/main" val="3996357405"/>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83B9E-7259-8819-8D17-E3BD1B71C29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5C92593-8F47-FA2A-E195-093986166544}"/>
              </a:ext>
            </a:extLst>
          </p:cNvPr>
          <p:cNvSpPr txBox="1"/>
          <p:nvPr/>
        </p:nvSpPr>
        <p:spPr>
          <a:xfrm>
            <a:off x="-1044" y="6596390"/>
            <a:ext cx="6097044" cy="261610"/>
          </a:xfrm>
          <a:prstGeom prst="rect">
            <a:avLst/>
          </a:prstGeom>
          <a:noFill/>
        </p:spPr>
        <p:txBody>
          <a:bodyPr wrap="square">
            <a:spAutoFit/>
          </a:bodyPr>
          <a:lstStyle/>
          <a:p>
            <a:r>
              <a:rPr lang="en-IN" sz="1100" dirty="0"/>
              <a:t>https://wiki.happylab.at/images/5/5e/Panda_Robot_Manual_English.pdf</a:t>
            </a:r>
          </a:p>
        </p:txBody>
      </p:sp>
      <p:pic>
        <p:nvPicPr>
          <p:cNvPr id="6148" name="Picture 4" descr="student submitted image, transcription available below">
            <a:extLst>
              <a:ext uri="{FF2B5EF4-FFF2-40B4-BE49-F238E27FC236}">
                <a16:creationId xmlns:a16="http://schemas.microsoft.com/office/drawing/2014/main" id="{E7F333FC-9F72-AE71-FF82-147FD8B38E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091" y="668523"/>
            <a:ext cx="9324561" cy="501086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946604456"/>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46E8F-4909-4434-3EC1-1FA01DF8EAF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AB0AF0B-BA86-DEA3-0A13-D744D12053BD}"/>
              </a:ext>
            </a:extLst>
          </p:cNvPr>
          <p:cNvSpPr txBox="1"/>
          <p:nvPr/>
        </p:nvSpPr>
        <p:spPr>
          <a:xfrm>
            <a:off x="-1044" y="6596390"/>
            <a:ext cx="6097044" cy="261610"/>
          </a:xfrm>
          <a:prstGeom prst="rect">
            <a:avLst/>
          </a:prstGeom>
          <a:noFill/>
        </p:spPr>
        <p:txBody>
          <a:bodyPr wrap="square">
            <a:spAutoFit/>
          </a:bodyPr>
          <a:lstStyle/>
          <a:p>
            <a:r>
              <a:rPr lang="en-IN" sz="1100" dirty="0"/>
              <a:t>https://wiki.happylab.at/images/5/5e/Panda_Robot_Manual_English.pdf</a:t>
            </a:r>
          </a:p>
        </p:txBody>
      </p:sp>
      <p:pic>
        <p:nvPicPr>
          <p:cNvPr id="3" name="Picture 2">
            <a:extLst>
              <a:ext uri="{FF2B5EF4-FFF2-40B4-BE49-F238E27FC236}">
                <a16:creationId xmlns:a16="http://schemas.microsoft.com/office/drawing/2014/main" id="{7B7FDFA1-7061-97E9-FE7D-D210D1C15B72}"/>
              </a:ext>
            </a:extLst>
          </p:cNvPr>
          <p:cNvPicPr>
            <a:picLocks noChangeAspect="1"/>
          </p:cNvPicPr>
          <p:nvPr/>
        </p:nvPicPr>
        <p:blipFill>
          <a:blip r:embed="rId4"/>
          <a:stretch>
            <a:fillRect/>
          </a:stretch>
        </p:blipFill>
        <p:spPr>
          <a:xfrm>
            <a:off x="318052" y="159026"/>
            <a:ext cx="11681791" cy="5847307"/>
          </a:xfrm>
          <a:prstGeom prst="rect">
            <a:avLst/>
          </a:prstGeom>
        </p:spPr>
      </p:pic>
    </p:spTree>
    <p:custDataLst>
      <p:tags r:id="rId1"/>
    </p:custDataLst>
    <p:extLst>
      <p:ext uri="{BB962C8B-B14F-4D97-AF65-F5344CB8AC3E}">
        <p14:creationId xmlns:p14="http://schemas.microsoft.com/office/powerpoint/2010/main" val="2942123811"/>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6606C-CF44-8C6E-7687-24373196C41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F488C84-367E-FCDC-D11E-C8889D4C5B69}"/>
              </a:ext>
            </a:extLst>
          </p:cNvPr>
          <p:cNvSpPr txBox="1"/>
          <p:nvPr/>
        </p:nvSpPr>
        <p:spPr>
          <a:xfrm>
            <a:off x="-1044" y="6596390"/>
            <a:ext cx="6097044" cy="261610"/>
          </a:xfrm>
          <a:prstGeom prst="rect">
            <a:avLst/>
          </a:prstGeom>
          <a:noFill/>
        </p:spPr>
        <p:txBody>
          <a:bodyPr wrap="square">
            <a:spAutoFit/>
          </a:bodyPr>
          <a:lstStyle/>
          <a:p>
            <a:r>
              <a:rPr lang="en-IN" sz="1100" dirty="0"/>
              <a:t>https://huggingface.co/docs/lerobot/libero</a:t>
            </a:r>
          </a:p>
        </p:txBody>
      </p:sp>
      <p:pic>
        <p:nvPicPr>
          <p:cNvPr id="1026" name="Picture 2" descr="An overview of the LIBERO benchmark">
            <a:extLst>
              <a:ext uri="{FF2B5EF4-FFF2-40B4-BE49-F238E27FC236}">
                <a16:creationId xmlns:a16="http://schemas.microsoft.com/office/drawing/2014/main" id="{386D636D-9324-1BD8-6A87-6EC4D67A0A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1565"/>
          <a:stretch>
            <a:fillRect/>
          </a:stretch>
        </p:blipFill>
        <p:spPr bwMode="auto">
          <a:xfrm>
            <a:off x="833666" y="123972"/>
            <a:ext cx="10054894" cy="32048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540F4A6C-2750-545C-A650-6E43DC9BFCF8}"/>
              </a:ext>
            </a:extLst>
          </p:cNvPr>
          <p:cNvPicPr>
            <a:picLocks noChangeAspect="1"/>
          </p:cNvPicPr>
          <p:nvPr/>
        </p:nvPicPr>
        <p:blipFill>
          <a:blip r:embed="rId5"/>
          <a:stretch>
            <a:fillRect/>
          </a:stretch>
        </p:blipFill>
        <p:spPr>
          <a:xfrm>
            <a:off x="3047478" y="3328781"/>
            <a:ext cx="6947364" cy="3405249"/>
          </a:xfrm>
          <a:prstGeom prst="rect">
            <a:avLst/>
          </a:prstGeom>
        </p:spPr>
      </p:pic>
    </p:spTree>
    <p:custDataLst>
      <p:tags r:id="rId1"/>
    </p:custDataLst>
    <p:extLst>
      <p:ext uri="{BB962C8B-B14F-4D97-AF65-F5344CB8AC3E}">
        <p14:creationId xmlns:p14="http://schemas.microsoft.com/office/powerpoint/2010/main" val="1580131892"/>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FEFD7-B1BA-37EE-949F-F4F5BC9D404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4E792AF-888A-C6C5-F4A7-635CE8A33B2F}"/>
              </a:ext>
            </a:extLst>
          </p:cNvPr>
          <p:cNvSpPr txBox="1"/>
          <p:nvPr/>
        </p:nvSpPr>
        <p:spPr>
          <a:xfrm>
            <a:off x="-1044" y="6550223"/>
            <a:ext cx="6097044" cy="307777"/>
          </a:xfrm>
          <a:prstGeom prst="rect">
            <a:avLst/>
          </a:prstGeom>
          <a:noFill/>
        </p:spPr>
        <p:txBody>
          <a:bodyPr wrap="square">
            <a:spAutoFit/>
          </a:bodyPr>
          <a:lstStyle/>
          <a:p>
            <a:r>
              <a:rPr lang="en-IN" sz="700" dirty="0">
                <a:hlinkClick r:id="rId4"/>
              </a:rPr>
              <a:t>https://huggingface.co/spaces/lerobot/robot-learning-tutorial</a:t>
            </a:r>
            <a:endParaRPr lang="en-IN" sz="700" dirty="0"/>
          </a:p>
          <a:p>
            <a:r>
              <a:rPr lang="en-IN" sz="700" dirty="0"/>
              <a:t>https://doi.org/10.48550/arXiv.2506.01844</a:t>
            </a:r>
          </a:p>
        </p:txBody>
      </p:sp>
      <p:pic>
        <p:nvPicPr>
          <p:cNvPr id="8" name="Picture 7">
            <a:extLst>
              <a:ext uri="{FF2B5EF4-FFF2-40B4-BE49-F238E27FC236}">
                <a16:creationId xmlns:a16="http://schemas.microsoft.com/office/drawing/2014/main" id="{9AC60117-F276-D9C2-1CA0-C9478435499C}"/>
              </a:ext>
            </a:extLst>
          </p:cNvPr>
          <p:cNvPicPr>
            <a:picLocks noChangeAspect="1"/>
          </p:cNvPicPr>
          <p:nvPr/>
        </p:nvPicPr>
        <p:blipFill>
          <a:blip r:embed="rId5"/>
          <a:stretch>
            <a:fillRect/>
          </a:stretch>
        </p:blipFill>
        <p:spPr>
          <a:xfrm>
            <a:off x="86138" y="33158"/>
            <a:ext cx="11946161" cy="5870685"/>
          </a:xfrm>
          <a:prstGeom prst="rect">
            <a:avLst/>
          </a:prstGeom>
        </p:spPr>
      </p:pic>
      <p:pic>
        <p:nvPicPr>
          <p:cNvPr id="10" name="Picture 9">
            <a:extLst>
              <a:ext uri="{FF2B5EF4-FFF2-40B4-BE49-F238E27FC236}">
                <a16:creationId xmlns:a16="http://schemas.microsoft.com/office/drawing/2014/main" id="{FE953CB4-4FC3-26BD-FFF3-D5C7E9A75F16}"/>
              </a:ext>
            </a:extLst>
          </p:cNvPr>
          <p:cNvPicPr>
            <a:picLocks noChangeAspect="1"/>
          </p:cNvPicPr>
          <p:nvPr/>
        </p:nvPicPr>
        <p:blipFill>
          <a:blip r:embed="rId6"/>
          <a:stretch>
            <a:fillRect/>
          </a:stretch>
        </p:blipFill>
        <p:spPr>
          <a:xfrm>
            <a:off x="4196131" y="5425710"/>
            <a:ext cx="6471869" cy="1385908"/>
          </a:xfrm>
          <a:prstGeom prst="rect">
            <a:avLst/>
          </a:prstGeom>
        </p:spPr>
      </p:pic>
    </p:spTree>
    <p:custDataLst>
      <p:tags r:id="rId1"/>
    </p:custDataLst>
    <p:extLst>
      <p:ext uri="{BB962C8B-B14F-4D97-AF65-F5344CB8AC3E}">
        <p14:creationId xmlns:p14="http://schemas.microsoft.com/office/powerpoint/2010/main" val="2182109827"/>
      </p:ext>
    </p:extLst>
  </p:cSld>
  <p:clrMapOvr>
    <a:masterClrMapping/>
  </p:clrMapOvr>
  <mc:AlternateContent xmlns:mc="http://schemas.openxmlformats.org/markup-compatibility/2006" xmlns:p14="http://schemas.microsoft.com/office/powerpoint/2010/main">
    <mc:Choice Requires="p14">
      <p:transition spd="slow" p14:dur="2000" advTm="16103"/>
    </mc:Choice>
    <mc:Fallback xmlns="">
      <p:transition spd="slow" advTm="16103"/>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8|4.3|4.9"/>
</p:tagLst>
</file>

<file path=ppt/tags/tag2.xml><?xml version="1.0" encoding="utf-8"?>
<p:tagLst xmlns:a="http://schemas.openxmlformats.org/drawingml/2006/main" xmlns:r="http://schemas.openxmlformats.org/officeDocument/2006/relationships" xmlns:p="http://schemas.openxmlformats.org/presentationml/2006/main">
  <p:tag name="TIMING" val="|0.8|4.3|4.9"/>
</p:tagLst>
</file>

<file path=ppt/tags/tag3.xml><?xml version="1.0" encoding="utf-8"?>
<p:tagLst xmlns:a="http://schemas.openxmlformats.org/drawingml/2006/main" xmlns:r="http://schemas.openxmlformats.org/officeDocument/2006/relationships" xmlns:p="http://schemas.openxmlformats.org/presentationml/2006/main">
  <p:tag name="TIMING" val="|0.8|4.3|4.9"/>
</p:tagLst>
</file>

<file path=ppt/tags/tag4.xml><?xml version="1.0" encoding="utf-8"?>
<p:tagLst xmlns:a="http://schemas.openxmlformats.org/drawingml/2006/main" xmlns:r="http://schemas.openxmlformats.org/officeDocument/2006/relationships" xmlns:p="http://schemas.openxmlformats.org/presentationml/2006/main">
  <p:tag name="TIMING" val="|0.8|4.3|4.9"/>
</p:tagLst>
</file>

<file path=ppt/tags/tag5.xml><?xml version="1.0" encoding="utf-8"?>
<p:tagLst xmlns:a="http://schemas.openxmlformats.org/drawingml/2006/main" xmlns:r="http://schemas.openxmlformats.org/officeDocument/2006/relationships" xmlns:p="http://schemas.openxmlformats.org/presentationml/2006/main">
  <p:tag name="TIMING" val="|0.8|4.3|4.9"/>
</p:tagLst>
</file>

<file path=ppt/tags/tag6.xml><?xml version="1.0" encoding="utf-8"?>
<p:tagLst xmlns:a="http://schemas.openxmlformats.org/drawingml/2006/main" xmlns:r="http://schemas.openxmlformats.org/officeDocument/2006/relationships" xmlns:p="http://schemas.openxmlformats.org/presentationml/2006/main">
  <p:tag name="TIMING" val="|0.8|4.3|4.9"/>
</p:tagLst>
</file>

<file path=ppt/tags/tag7.xml><?xml version="1.0" encoding="utf-8"?>
<p:tagLst xmlns:a="http://schemas.openxmlformats.org/drawingml/2006/main" xmlns:r="http://schemas.openxmlformats.org/officeDocument/2006/relationships" xmlns:p="http://schemas.openxmlformats.org/presentationml/2006/main">
  <p:tag name="TIMING" val="|0.8|4.3|4.9"/>
</p:tagLst>
</file>

<file path=ppt/tags/tag8.xml><?xml version="1.0" encoding="utf-8"?>
<p:tagLst xmlns:a="http://schemas.openxmlformats.org/drawingml/2006/main" xmlns:r="http://schemas.openxmlformats.org/officeDocument/2006/relationships" xmlns:p="http://schemas.openxmlformats.org/presentationml/2006/main">
  <p:tag name="TIMING" val="|0.8|4.3|4.9"/>
</p:tagLst>
</file>

<file path=ppt/tags/tag9.xml><?xml version="1.0" encoding="utf-8"?>
<p:tagLst xmlns:a="http://schemas.openxmlformats.org/drawingml/2006/main" xmlns:r="http://schemas.openxmlformats.org/officeDocument/2006/relationships" xmlns:p="http://schemas.openxmlformats.org/presentationml/2006/main">
  <p:tag name="TIMING" val="|0.8|4.3|4.9"/>
</p:tagLst>
</file>

<file path=ppt/tags/tag10.xml><?xml version="1.0" encoding="utf-8"?>
<p:tagLst xmlns:a="http://schemas.openxmlformats.org/drawingml/2006/main" xmlns:r="http://schemas.openxmlformats.org/officeDocument/2006/relationships" xmlns:p="http://schemas.openxmlformats.org/presentationml/2006/main">
  <p:tag name="TIMING" val="|0.8|4.3|4.9"/>
</p:tagLst>
</file>

<file path=ppt/tags/tag11.xml><?xml version="1.0" encoding="utf-8"?>
<p:tagLst xmlns:a="http://schemas.openxmlformats.org/drawingml/2006/main" xmlns:r="http://schemas.openxmlformats.org/officeDocument/2006/relationships" xmlns:p="http://schemas.openxmlformats.org/presentationml/2006/main">
  <p:tag name="TIMING" val="|0.8|4.3|4.9"/>
</p:tagLst>
</file>

<file path=ppt/tags/tag12.xml><?xml version="1.0" encoding="utf-8"?>
<p:tagLst xmlns:a="http://schemas.openxmlformats.org/drawingml/2006/main" xmlns:r="http://schemas.openxmlformats.org/officeDocument/2006/relationships" xmlns:p="http://schemas.openxmlformats.org/presentationml/2006/main">
  <p:tag name="TIMING" val="|0.8|4.3|4.9"/>
</p:tagLst>
</file>

<file path=ppt/tags/tag13.xml><?xml version="1.0" encoding="utf-8"?>
<p:tagLst xmlns:a="http://schemas.openxmlformats.org/drawingml/2006/main" xmlns:r="http://schemas.openxmlformats.org/officeDocument/2006/relationships" xmlns:p="http://schemas.openxmlformats.org/presentationml/2006/main">
  <p:tag name="TIMING" val="|0.8|4.3|4.9"/>
</p:tagLst>
</file>

<file path=ppt/tags/tag14.xml><?xml version="1.0" encoding="utf-8"?>
<p:tagLst xmlns:a="http://schemas.openxmlformats.org/drawingml/2006/main" xmlns:r="http://schemas.openxmlformats.org/officeDocument/2006/relationships" xmlns:p="http://schemas.openxmlformats.org/presentationml/2006/main">
  <p:tag name="TIMING" val="|0.8|4.3|4.9"/>
</p:tagLst>
</file>

<file path=ppt/tags/tag15.xml><?xml version="1.0" encoding="utf-8"?>
<p:tagLst xmlns:a="http://schemas.openxmlformats.org/drawingml/2006/main" xmlns:r="http://schemas.openxmlformats.org/officeDocument/2006/relationships" xmlns:p="http://schemas.openxmlformats.org/presentationml/2006/main">
  <p:tag name="TIMING" val="|0.8|4.3|4.9"/>
</p:tagLst>
</file>

<file path=ppt/tags/tag16.xml><?xml version="1.0" encoding="utf-8"?>
<p:tagLst xmlns:a="http://schemas.openxmlformats.org/drawingml/2006/main" xmlns:r="http://schemas.openxmlformats.org/officeDocument/2006/relationships" xmlns:p="http://schemas.openxmlformats.org/presentationml/2006/main">
  <p:tag name="TIMING" val="|0.8|4.3|4.9"/>
</p:tagLst>
</file>

<file path=ppt/tags/tag17.xml><?xml version="1.0" encoding="utf-8"?>
<p:tagLst xmlns:a="http://schemas.openxmlformats.org/drawingml/2006/main" xmlns:r="http://schemas.openxmlformats.org/officeDocument/2006/relationships" xmlns:p="http://schemas.openxmlformats.org/presentationml/2006/main">
  <p:tag name="TIMING" val="|0.8|4.3|4.9"/>
</p:tagLst>
</file>

<file path=ppt/tags/tag18.xml><?xml version="1.0" encoding="utf-8"?>
<p:tagLst xmlns:a="http://schemas.openxmlformats.org/drawingml/2006/main" xmlns:r="http://schemas.openxmlformats.org/officeDocument/2006/relationships" xmlns:p="http://schemas.openxmlformats.org/presentationml/2006/main">
  <p:tag name="TIMING" val="|0.8|4.3|4.9"/>
</p:tagLst>
</file>

<file path=ppt/tags/tag19.xml><?xml version="1.0" encoding="utf-8"?>
<p:tagLst xmlns:a="http://schemas.openxmlformats.org/drawingml/2006/main" xmlns:r="http://schemas.openxmlformats.org/officeDocument/2006/relationships" xmlns:p="http://schemas.openxmlformats.org/presentationml/2006/main">
  <p:tag name="TIMING" val="|0.8|4.3|4.9"/>
</p:tagLst>
</file>

<file path=ppt/tags/tag20.xml><?xml version="1.0" encoding="utf-8"?>
<p:tagLst xmlns:a="http://schemas.openxmlformats.org/drawingml/2006/main" xmlns:r="http://schemas.openxmlformats.org/officeDocument/2006/relationships" xmlns:p="http://schemas.openxmlformats.org/presentationml/2006/main">
  <p:tag name="TIMING" val="|0.8|4.3|4.9"/>
</p:tagLst>
</file>

<file path=ppt/theme/theme1.xml><?xml version="1.0" encoding="utf-8"?>
<a:theme xmlns:a="http://schemas.openxmlformats.org/drawingml/2006/main" name="Office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MM-23-645083-Purdue-Alt-Widescreen-20231110" id="{F218E956-3EF7-C74B-B913-ECEA98BCBD3B}" vid="{FE519D9E-70B6-014C-84F2-2F94F9874F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6656b4d-3fa0-4709-acfb-d5e813445d1e">
      <UserInfo>
        <DisplayName>Schott, Thomas H.</DisplayName>
        <AccountId>17</AccountId>
        <AccountType/>
      </UserInfo>
      <UserInfo>
        <DisplayName>Sarault, Olivia M</DisplayName>
        <AccountId>29</AccountId>
        <AccountType/>
      </UserInfo>
      <UserInfo>
        <DisplayName>Hiller, Kelly R</DisplayName>
        <AccountId>98</AccountId>
        <AccountType/>
      </UserInfo>
      <UserInfo>
        <DisplayName>Eddy, Abigail Ellen</DisplayName>
        <AccountId>46</AccountId>
        <AccountType/>
      </UserInfo>
      <UserInfo>
        <DisplayName>Gu, Yu Rain</DisplayName>
        <AccountId>77</AccountId>
        <AccountType/>
      </UserInfo>
      <UserInfo>
        <DisplayName>Reese, Kristy S</DisplayName>
        <AccountId>26</AccountId>
        <AccountType/>
      </UserInfo>
    </SharedWithUsers>
    <lcf76f155ced4ddcb4097134ff3c332f xmlns="37af3f4b-4b66-46f9-8456-831d9bc3e737">
      <Terms xmlns="http://schemas.microsoft.com/office/infopath/2007/PartnerControls"/>
    </lcf76f155ced4ddcb4097134ff3c332f>
    <TaxCatchAll xmlns="d6656b4d-3fa0-4709-acfb-d5e813445d1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4E202481DC1CB46AA011D949D311478" ma:contentTypeVersion="14" ma:contentTypeDescription="Create a new document." ma:contentTypeScope="" ma:versionID="525164dac9297210c095a5bd80287f9a">
  <xsd:schema xmlns:xsd="http://www.w3.org/2001/XMLSchema" xmlns:xs="http://www.w3.org/2001/XMLSchema" xmlns:p="http://schemas.microsoft.com/office/2006/metadata/properties" xmlns:ns2="37af3f4b-4b66-46f9-8456-831d9bc3e737" xmlns:ns3="d6656b4d-3fa0-4709-acfb-d5e813445d1e" targetNamespace="http://schemas.microsoft.com/office/2006/metadata/properties" ma:root="true" ma:fieldsID="47e49e78aff16fc85174c3b1ac7b7e79" ns2:_="" ns3:_="">
    <xsd:import namespace="37af3f4b-4b66-46f9-8456-831d9bc3e737"/>
    <xsd:import namespace="d6656b4d-3fa0-4709-acfb-d5e813445d1e"/>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Location"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af3f4b-4b66-46f9-8456-831d9bc3e73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8e9e90a8-b24c-4be7-8760-a88b2cd47eb1"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656b4d-3fa0-4709-acfb-d5e813445d1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ebcf308-42de-4d63-b51a-b2360cc04078}" ma:internalName="TaxCatchAll" ma:showField="CatchAllData" ma:web="d6656b4d-3fa0-4709-acfb-d5e813445d1e">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DE0D6C-581B-4814-98E7-EF172D5D46A1}">
  <ds:schemaRefs>
    <ds:schemaRef ds:uri="http://schemas.microsoft.com/office/2006/documentManagement/types"/>
    <ds:schemaRef ds:uri="d6656b4d-3fa0-4709-acfb-d5e813445d1e"/>
    <ds:schemaRef ds:uri="http://purl.org/dc/terms/"/>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http://purl.org/dc/dcmitype/"/>
    <ds:schemaRef ds:uri="37af3f4b-4b66-46f9-8456-831d9bc3e737"/>
    <ds:schemaRef ds:uri="http://www.w3.org/XML/1998/namespace"/>
  </ds:schemaRefs>
</ds:datastoreItem>
</file>

<file path=customXml/itemProps2.xml><?xml version="1.0" encoding="utf-8"?>
<ds:datastoreItem xmlns:ds="http://schemas.openxmlformats.org/officeDocument/2006/customXml" ds:itemID="{4E25EC03-AAAA-4B6B-9D28-5719C1FEBC11}">
  <ds:schemaRefs>
    <ds:schemaRef ds:uri="37af3f4b-4b66-46f9-8456-831d9bc3e737"/>
    <ds:schemaRef ds:uri="d6656b4d-3fa0-4709-acfb-d5e813445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5B64EEB-1B4A-4920-AA44-E234D7D487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Purdue Widescreen PPT - Alt Font</Template>
  <TotalTime>482</TotalTime>
  <Words>1157</Words>
  <Application>Microsoft Office PowerPoint</Application>
  <PresentationFormat>Widescreen</PresentationFormat>
  <Paragraphs>160</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Franklin Gothic Book</vt:lpstr>
      <vt:lpstr>Franklin Gothic Medium</vt:lpstr>
      <vt:lpstr>Franklin Gothic Medium Cond</vt:lpstr>
      <vt:lpstr>source-serif-pro</vt:lpstr>
      <vt:lpstr>Wingdings</vt:lpstr>
      <vt:lpstr>Office Theme</vt:lpstr>
      <vt:lpstr>Robot policy training Pipeline</vt:lpstr>
      <vt:lpstr>Physical - Robot Policy Training Pipeline</vt:lpstr>
      <vt:lpstr>Physical  Robot - Price</vt:lpstr>
      <vt:lpstr>Physical Robot – Substitution for Cost Control</vt:lpstr>
      <vt:lpstr>Virtual - Robot Policy Training Pipeline</vt:lpstr>
      <vt:lpstr>Virtual Robot - Franka Panda Arm</vt:lpstr>
      <vt:lpstr>Robot in Simulation</vt:lpstr>
      <vt:lpstr>VRAM – Local Desktop</vt:lpstr>
      <vt:lpstr>DATASET created by Teleoperation</vt:lpstr>
      <vt:lpstr>DATASET for  Training</vt:lpstr>
      <vt:lpstr>MODEL (VLA) for  Robot policy</vt:lpstr>
      <vt:lpstr>TRAINER</vt:lpstr>
      <vt:lpstr>TRAINED MODEL</vt:lpstr>
      <vt:lpstr>MODEL (VLA) for  Robot policy Inference</vt:lpstr>
      <vt:lpstr>Challenges addressed</vt:lpstr>
      <vt:lpstr>Lesson Learned</vt:lpstr>
      <vt:lpstr>Thank you</vt:lpstr>
      <vt:lpstr>PowerPoint Presentation</vt:lpstr>
      <vt:lpstr>PowerPoint Presentation</vt:lpstr>
      <vt:lpstr>PowerPoint Presentation</vt:lpstr>
      <vt:lpstr>PowerPoint Presentation</vt:lpstr>
      <vt:lpstr>PowerPoint Presentation</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of AI Understanding Alignment</dc:title>
  <dc:creator>Maestas, Cherie Drake</dc:creator>
  <cp:lastModifiedBy>Kunal Ghosh</cp:lastModifiedBy>
  <cp:revision>117</cp:revision>
  <cp:lastPrinted>2025-02-05T04:20:35Z</cp:lastPrinted>
  <dcterms:created xsi:type="dcterms:W3CDTF">2024-06-08T17:57:05Z</dcterms:created>
  <dcterms:modified xsi:type="dcterms:W3CDTF">2026-05-01T10:48:28Z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2023-02-20T19:00:53Z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b33bf962-ed92-4dd9-bc75-9825fb79b2e3</vt:lpwstr>
  </property>
  <property fmtid="{D5CDD505-2E9C-101B-9397-08002B2CF9AE}" pid="8" name="MSIP_Label_4044bd30-2ed7-4c9d-9d12-46200872a97b_ContentBits">
    <vt:lpwstr>0</vt:lpwstr>
  </property>
  <property fmtid="{D5CDD505-2E9C-101B-9397-08002B2CF9AE}" pid="9" name="ContentTypeId">
    <vt:lpwstr>0x01010054E202481DC1CB46AA011D949D311478</vt:lpwstr>
  </property>
  <property fmtid="{D5CDD505-2E9C-101B-9397-08002B2CF9AE}" pid="10" name="MediaServiceImageTags">
    <vt:lpwstr/>
  </property>
</Properties>
</file>